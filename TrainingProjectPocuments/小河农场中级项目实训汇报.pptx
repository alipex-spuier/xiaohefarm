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heme/theme3.xml" ContentType="application/vnd.openxmlformats-officedocument.them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66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48" y="86"/>
      </p:cViewPr>
      <p:guideLst>
        <p:guide orient="horz" pos="2150"/>
        <p:guide pos="38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3.png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2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1.png"/><Relationship Id="rId5" Type="http://schemas.openxmlformats.org/officeDocument/2006/relationships/tags" Target="../tags/tag7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image" Target="../media/image4.png"/><Relationship Id="rId5" Type="http://schemas.openxmlformats.org/officeDocument/2006/relationships/tags" Target="../tags/tag83.xml"/><Relationship Id="rId10" Type="http://schemas.openxmlformats.org/officeDocument/2006/relationships/image" Target="../media/image1.png"/><Relationship Id="rId4" Type="http://schemas.openxmlformats.org/officeDocument/2006/relationships/tags" Target="../tags/tag82.xml"/><Relationship Id="rId9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image" Target="../media/image6.png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1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9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image" Target="../media/image5.png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image" Target="../media/image4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1.png"/><Relationship Id="rId5" Type="http://schemas.openxmlformats.org/officeDocument/2006/relationships/tags" Target="../tags/tag101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0.xml"/><Relationship Id="rId9" Type="http://schemas.openxmlformats.org/officeDocument/2006/relationships/tags" Target="../tags/tag10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image" Target="../media/image1.png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image" Target="../media/image5.png"/><Relationship Id="rId10" Type="http://schemas.openxmlformats.org/officeDocument/2006/relationships/tags" Target="../tags/tag115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image" Target="../media/image9.png"/><Relationship Id="rId5" Type="http://schemas.openxmlformats.org/officeDocument/2006/relationships/tags" Target="../tags/tag121.xml"/><Relationship Id="rId10" Type="http://schemas.openxmlformats.org/officeDocument/2006/relationships/image" Target="../media/image8.png"/><Relationship Id="rId4" Type="http://schemas.openxmlformats.org/officeDocument/2006/relationships/tags" Target="../tags/tag120.xml"/><Relationship Id="rId9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13" Type="http://schemas.openxmlformats.org/officeDocument/2006/relationships/image" Target="../media/image5.png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12" Type="http://schemas.openxmlformats.org/officeDocument/2006/relationships/image" Target="../media/image4.png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image" Target="../media/image1.png"/><Relationship Id="rId5" Type="http://schemas.openxmlformats.org/officeDocument/2006/relationships/tags" Target="../tags/tag131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image" Target="../media/image5.pn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image" Target="../media/image4.png"/><Relationship Id="rId5" Type="http://schemas.openxmlformats.org/officeDocument/2006/relationships/tags" Target="../tags/tag140.xml"/><Relationship Id="rId10" Type="http://schemas.openxmlformats.org/officeDocument/2006/relationships/image" Target="../media/image1.png"/><Relationship Id="rId4" Type="http://schemas.openxmlformats.org/officeDocument/2006/relationships/tags" Target="../tags/tag139.xml"/><Relationship Id="rId9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image" Target="../media/image5.png"/><Relationship Id="rId5" Type="http://schemas.openxmlformats.org/officeDocument/2006/relationships/tags" Target="../tags/tag148.xml"/><Relationship Id="rId10" Type="http://schemas.openxmlformats.org/officeDocument/2006/relationships/image" Target="../media/image4.png"/><Relationship Id="rId4" Type="http://schemas.openxmlformats.org/officeDocument/2006/relationships/tags" Target="../tags/tag147.xml"/><Relationship Id="rId9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image" Target="../media/image11.png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image" Target="../media/image10.png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image" Target="../media/image1.png"/><Relationship Id="rId5" Type="http://schemas.openxmlformats.org/officeDocument/2006/relationships/tags" Target="../tags/tag15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54.xml"/><Relationship Id="rId9" Type="http://schemas.openxmlformats.org/officeDocument/2006/relationships/tags" Target="../tags/tag15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image" Target="../media/image5.png"/><Relationship Id="rId5" Type="http://schemas.openxmlformats.org/officeDocument/2006/relationships/tags" Target="../tags/tag164.xml"/><Relationship Id="rId10" Type="http://schemas.openxmlformats.org/officeDocument/2006/relationships/image" Target="../media/image4.png"/><Relationship Id="rId4" Type="http://schemas.openxmlformats.org/officeDocument/2006/relationships/tags" Target="../tags/tag163.xml"/><Relationship Id="rId9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13" Type="http://schemas.openxmlformats.org/officeDocument/2006/relationships/image" Target="../media/image5.png"/><Relationship Id="rId3" Type="http://schemas.openxmlformats.org/officeDocument/2006/relationships/tags" Target="../tags/tag169.xml"/><Relationship Id="rId7" Type="http://schemas.openxmlformats.org/officeDocument/2006/relationships/tags" Target="../tags/tag173.xml"/><Relationship Id="rId12" Type="http://schemas.openxmlformats.org/officeDocument/2006/relationships/image" Target="../media/image4.png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image" Target="../media/image1.png"/><Relationship Id="rId5" Type="http://schemas.openxmlformats.org/officeDocument/2006/relationships/tags" Target="../tags/tag171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0.xml"/><Relationship Id="rId9" Type="http://schemas.openxmlformats.org/officeDocument/2006/relationships/tags" Target="../tags/tag175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5.png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image" Target="../media/image1.png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13" Type="http://schemas.openxmlformats.org/officeDocument/2006/relationships/image" Target="../media/image5.png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png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89.xml"/><Relationship Id="rId10" Type="http://schemas.openxmlformats.org/officeDocument/2006/relationships/tags" Target="../tags/tag194.xml"/><Relationship Id="rId4" Type="http://schemas.openxmlformats.org/officeDocument/2006/relationships/tags" Target="../tags/tag188.xml"/><Relationship Id="rId9" Type="http://schemas.openxmlformats.org/officeDocument/2006/relationships/tags" Target="../tags/tag193.xml"/><Relationship Id="rId1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12" Type="http://schemas.openxmlformats.org/officeDocument/2006/relationships/image" Target="../media/image5.png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image" Target="../media/image1.png"/><Relationship Id="rId5" Type="http://schemas.openxmlformats.org/officeDocument/2006/relationships/tags" Target="../tags/tag19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8.xml"/><Relationship Id="rId9" Type="http://schemas.openxmlformats.org/officeDocument/2006/relationships/tags" Target="../tags/tag20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tags" Target="../tags/tag215.xml"/><Relationship Id="rId2" Type="http://schemas.openxmlformats.org/officeDocument/2006/relationships/tags" Target="../tags/tag205.xml"/><Relationship Id="rId16" Type="http://schemas.openxmlformats.org/officeDocument/2006/relationships/image" Target="../media/image5.png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5" Type="http://schemas.openxmlformats.org/officeDocument/2006/relationships/tags" Target="../tags/tag208.xml"/><Relationship Id="rId15" Type="http://schemas.openxmlformats.org/officeDocument/2006/relationships/image" Target="../media/image4.png"/><Relationship Id="rId10" Type="http://schemas.openxmlformats.org/officeDocument/2006/relationships/tags" Target="../tags/tag213.xml"/><Relationship Id="rId4" Type="http://schemas.openxmlformats.org/officeDocument/2006/relationships/tags" Target="../tags/tag207.xml"/><Relationship Id="rId9" Type="http://schemas.openxmlformats.org/officeDocument/2006/relationships/tags" Target="../tags/tag212.xml"/><Relationship Id="rId1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13" Type="http://schemas.openxmlformats.org/officeDocument/2006/relationships/image" Target="../media/image5.png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image" Target="../media/image4.png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image" Target="../media/image1.png"/><Relationship Id="rId5" Type="http://schemas.openxmlformats.org/officeDocument/2006/relationships/tags" Target="../tags/tag22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9.xml"/><Relationship Id="rId9" Type="http://schemas.openxmlformats.org/officeDocument/2006/relationships/tags" Target="../tags/tag2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2023/7/7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-317"/>
            <a:ext cx="12192000" cy="6857683"/>
          </a:xfrm>
          <a:prstGeom prst="rect">
            <a:avLst/>
          </a:prstGeom>
        </p:spPr>
      </p:pic>
      <p:pic>
        <p:nvPicPr>
          <p:cNvPr id="25" name="图片 24" descr="NO.19-4_封面页装饰2 副本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742170" y="911"/>
            <a:ext cx="2437752" cy="6856178"/>
          </a:xfrm>
          <a:prstGeom prst="rect">
            <a:avLst/>
          </a:prstGeom>
        </p:spPr>
      </p:pic>
      <p:pic>
        <p:nvPicPr>
          <p:cNvPr id="5" name="图片 4" descr="NO.19-4_封面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426366" y="895033"/>
            <a:ext cx="4778335" cy="5073967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2"/>
          <p:cNvSpPr>
            <a:spLocks noGrp="1"/>
          </p:cNvSpPr>
          <p:nvPr>
            <p:ph type="ctrTitle" idx="1" hasCustomPrompt="1"/>
            <p:custDataLst>
              <p:tags r:id="rId7"/>
            </p:custDataLst>
          </p:nvPr>
        </p:nvSpPr>
        <p:spPr>
          <a:xfrm>
            <a:off x="751205" y="1684438"/>
            <a:ext cx="8640432" cy="1414780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8000" b="1" i="0" u="none" strike="noStrike" kern="1200" cap="none" spc="4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1560829" y="3462299"/>
            <a:ext cx="7021183" cy="591041"/>
          </a:xfrm>
          <a:noFill/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  <p:sp>
        <p:nvSpPr>
          <p:cNvPr id="6" name="文本占位符 4"/>
          <p:cNvSpPr>
            <a:spLocks noGrp="1"/>
          </p:cNvSpPr>
          <p:nvPr>
            <p:ph type="body" idx="3" hasCustomPrompt="1"/>
            <p:custDataLst>
              <p:tags r:id="rId9"/>
            </p:custDataLst>
          </p:nvPr>
        </p:nvSpPr>
        <p:spPr>
          <a:xfrm>
            <a:off x="3251844" y="4209206"/>
            <a:ext cx="3639153" cy="512236"/>
          </a:xfrm>
          <a:noFill/>
        </p:spPr>
        <p:txBody>
          <a:bodyPr vert="horz" wrap="square" lIns="101600" tIns="0" rIns="82550" bIns="0" rtlCol="0" anchor="ctr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NO.19-4_正文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7" name="图片 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317"/>
            <a:ext cx="12192000" cy="6857683"/>
          </a:xfrm>
          <a:prstGeom prst="rect">
            <a:avLst/>
          </a:prstGeom>
        </p:spPr>
      </p:pic>
      <p:pic>
        <p:nvPicPr>
          <p:cNvPr id="3" name="图片 2" descr="NO.19-4_章节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718041" y="4082"/>
            <a:ext cx="1918969" cy="5480776"/>
          </a:xfrm>
          <a:prstGeom prst="rect">
            <a:avLst/>
          </a:prstGeom>
        </p:spPr>
      </p:pic>
      <p:pic>
        <p:nvPicPr>
          <p:cNvPr id="2" name="图片 1" descr="NO.19-4_章节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447165" y="1263762"/>
            <a:ext cx="3816972" cy="4238401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6836626" y="4480299"/>
            <a:ext cx="110510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/>
          <p:cNvSpPr>
            <a:spLocks noGrp="1"/>
          </p:cNvSpPr>
          <p:nvPr>
            <p:ph type="ctrTitle" idx="2" hasCustomPrompt="1"/>
            <p:custDataLst>
              <p:tags r:id="rId8"/>
            </p:custDataLst>
          </p:nvPr>
        </p:nvSpPr>
        <p:spPr>
          <a:xfrm>
            <a:off x="4826173" y="2962320"/>
            <a:ext cx="5126644" cy="833755"/>
          </a:xfrm>
        </p:spPr>
        <p:txBody>
          <a:bodyPr vert="horz" wrap="square" lIns="101600" tIns="0" rIns="7620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10" name="副标题 4"/>
          <p:cNvSpPr>
            <a:spLocks noGrp="1"/>
          </p:cNvSpPr>
          <p:nvPr>
            <p:ph type="subTitle" idx="3" hasCustomPrompt="1"/>
            <p:custDataLst>
              <p:tags r:id="rId9"/>
            </p:custDataLst>
          </p:nvPr>
        </p:nvSpPr>
        <p:spPr>
          <a:xfrm>
            <a:off x="4826173" y="3837350"/>
            <a:ext cx="5126009" cy="324179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11" name="文本占位符 6"/>
          <p:cNvSpPr>
            <a:spLocks noGrp="1"/>
          </p:cNvSpPr>
          <p:nvPr>
            <p:ph type="body" idx="4" hasCustomPrompt="1"/>
            <p:custDataLst>
              <p:tags r:id="rId10"/>
            </p:custDataLst>
          </p:nvPr>
        </p:nvSpPr>
        <p:spPr>
          <a:xfrm>
            <a:off x="4825538" y="4595869"/>
            <a:ext cx="5127279" cy="439046"/>
          </a:xfrm>
        </p:spPr>
        <p:txBody>
          <a:bodyPr vert="horz" wrap="square" lIns="101600" tIns="0" rIns="82550" bIns="0" rtlCol="0" anchor="t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600" b="0" i="0" u="none" strike="noStrike" kern="1200" cap="none" spc="200" normalizeH="0" baseline="0" noProof="1" dirty="0" err="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等线" panose="02010600030101010101" charset="-122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 descr="NO.19-4_正文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 descr="NO.19-4_正文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10" name="图片 9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8"/>
            <a:ext cx="12192000" cy="6857683"/>
          </a:xfrm>
          <a:prstGeom prst="rect">
            <a:avLst/>
          </a:prstGeom>
        </p:spPr>
      </p:pic>
      <p:pic>
        <p:nvPicPr>
          <p:cNvPr id="7" name="图片 6" descr="NO.19-4_目录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1026"/>
            <a:ext cx="4241800" cy="6855947"/>
          </a:xfrm>
          <a:prstGeom prst="rect">
            <a:avLst/>
          </a:prstGeom>
        </p:spPr>
      </p:pic>
      <p:pic>
        <p:nvPicPr>
          <p:cNvPr id="6" name="图片 5" descr="NO.19-4_目录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894840" y="3981450"/>
            <a:ext cx="1037423" cy="5825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 descr="NO.19-4_正文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2023/7/7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NO.19-4_正文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7" name="图片 6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NO.19-4_正文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2" name="图片 1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0"/>
            <a:ext cx="12192000" cy="6857683"/>
          </a:xfrm>
          <a:prstGeom prst="rect">
            <a:avLst/>
          </a:prstGeom>
        </p:spPr>
      </p:pic>
      <p:pic>
        <p:nvPicPr>
          <p:cNvPr id="6" name="图片 5" descr="NO.19-4_结束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490066" y="5457516"/>
            <a:ext cx="4692712" cy="1398898"/>
          </a:xfrm>
          <a:prstGeom prst="rect">
            <a:avLst/>
          </a:prstGeom>
        </p:spPr>
      </p:pic>
      <p:pic>
        <p:nvPicPr>
          <p:cNvPr id="2" name="图片 1" descr="NO.19-4_结束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0"/>
            <a:ext cx="195326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2153288" y="2533739"/>
            <a:ext cx="7885427" cy="1353881"/>
          </a:xfrm>
          <a:noFill/>
        </p:spPr>
        <p:txBody>
          <a:bodyPr vert="horz" wrap="square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1" i="0" u="none" strike="noStrike" kern="0" cap="none" spc="3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85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 flipH="1">
            <a:off x="2153285" y="3996025"/>
            <a:ext cx="7885428" cy="928995"/>
          </a:xfrm>
          <a:noFill/>
        </p:spPr>
        <p:txBody>
          <a:bodyPr vert="horz" wrap="square" lIns="0" tIns="0" rIns="0" bIns="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0" i="0" u="none" strike="noStrike" kern="0" cap="none" spc="1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  <p:sp>
        <p:nvSpPr>
          <p:cNvPr id="10" name="副标题 3"/>
          <p:cNvSpPr>
            <a:spLocks noGrp="1"/>
          </p:cNvSpPr>
          <p:nvPr>
            <p:ph type="subTitle" idx="3" hasCustomPrompt="1"/>
            <p:custDataLst>
              <p:tags r:id="rId9"/>
            </p:custDataLst>
          </p:nvPr>
        </p:nvSpPr>
        <p:spPr>
          <a:xfrm>
            <a:off x="2153288" y="1932968"/>
            <a:ext cx="7885427" cy="492366"/>
          </a:xfrm>
          <a:noFill/>
        </p:spPr>
        <p:txBody>
          <a:bodyPr vert="horz" wrap="square" lIns="90000" tIns="46800" rIns="90000" bIns="4680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1" i="0" u="none" strike="noStrike" kern="0" cap="none" spc="6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NO.19-4_正文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6" name="图片 5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-15876"/>
            <a:ext cx="12192000" cy="6873875"/>
          </a:xfrm>
          <a:prstGeom prst="rect">
            <a:avLst/>
          </a:prstGeom>
        </p:spPr>
      </p:pic>
      <p:pic>
        <p:nvPicPr>
          <p:cNvPr id="9" name="图片 8" descr="NO.19-4_正文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800" y="296261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223234" y="0"/>
            <a:ext cx="968766" cy="10775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1437301" y="0"/>
            <a:ext cx="754699" cy="839470"/>
          </a:xfrm>
          <a:prstGeom prst="rect">
            <a:avLst/>
          </a:prstGeom>
        </p:spPr>
      </p:pic>
      <p:pic>
        <p:nvPicPr>
          <p:cNvPr id="6" name="图片 5" descr="NO.19-4_正文页装饰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-1143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NO.19-4_正文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190112" y="0"/>
            <a:ext cx="1001888" cy="1114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NO.19-4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1437313" y="-5080"/>
            <a:ext cx="754687" cy="8394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NO.19-4_背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NO.19-4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5080"/>
            <a:ext cx="511768" cy="6874497"/>
          </a:xfrm>
          <a:prstGeom prst="rect">
            <a:avLst/>
          </a:prstGeom>
        </p:spPr>
      </p:pic>
      <p:pic>
        <p:nvPicPr>
          <p:cNvPr id="8" name="图片 7" descr="NO.19-4_正文页装饰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1103337" y="-5080"/>
            <a:ext cx="1088650" cy="121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6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6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6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8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67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2023/7/7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26.xml"/><Relationship Id="rId1" Type="http://schemas.openxmlformats.org/officeDocument/2006/relationships/tags" Target="../tags/tag2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31.xml"/><Relationship Id="rId4" Type="http://schemas.openxmlformats.org/officeDocument/2006/relationships/tags" Target="../tags/tag2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tags" Target="../tags/tag246.xml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tags" Target="../tags/tag245.xml"/><Relationship Id="rId2" Type="http://schemas.openxmlformats.org/officeDocument/2006/relationships/tags" Target="../tags/tag235.xml"/><Relationship Id="rId16" Type="http://schemas.openxmlformats.org/officeDocument/2006/relationships/slideLayout" Target="../slideLayouts/slideLayout13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tags" Target="../tags/tag244.xml"/><Relationship Id="rId5" Type="http://schemas.openxmlformats.org/officeDocument/2006/relationships/tags" Target="../tags/tag238.xml"/><Relationship Id="rId15" Type="http://schemas.openxmlformats.org/officeDocument/2006/relationships/tags" Target="../tags/tag248.xml"/><Relationship Id="rId10" Type="http://schemas.openxmlformats.org/officeDocument/2006/relationships/tags" Target="../tags/tag243.xml"/><Relationship Id="rId4" Type="http://schemas.openxmlformats.org/officeDocument/2006/relationships/tags" Target="../tags/tag237.xml"/><Relationship Id="rId9" Type="http://schemas.openxmlformats.org/officeDocument/2006/relationships/tags" Target="../tags/tag242.xml"/><Relationship Id="rId14" Type="http://schemas.openxmlformats.org/officeDocument/2006/relationships/tags" Target="../tags/tag24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4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4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中级项目实训汇报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49295" y="4072890"/>
            <a:ext cx="36442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组长：何正邦</a:t>
            </a:r>
          </a:p>
          <a:p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成员：张凯华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 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汪伟贤</a:t>
            </a:r>
          </a:p>
          <a:p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            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刘昊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     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薛岩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</a:rPr>
              <a:t>项目介绍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</a:rPr>
              <a:t>小河农场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</a:rPr>
              <a:t>一个基于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</a:rPr>
              <a:t>Unity3D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</a:rPr>
              <a:t>的农场模拟经营游戏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5656118" y="1315720"/>
            <a:ext cx="3466119" cy="1639615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/>
          <a:p>
            <a:pPr algn="ctr"/>
            <a:r>
              <a:rPr lang="en-US" altLang="zh-CN" sz="8000" b="1" dirty="0">
                <a:solidFill>
                  <a:schemeClr val="accent1"/>
                </a:solidFill>
                <a:uFillTx/>
                <a:latin typeface="汉仪文黑-75简" panose="00020600040101010101" charset="-122"/>
                <a:ea typeface="汉仪文黑-55简" panose="00020600040101010101" charset="-122"/>
              </a:rPr>
              <a:t>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75176" y="952500"/>
            <a:ext cx="3713854" cy="5388610"/>
          </a:xfrm>
        </p:spPr>
        <p:txBody>
          <a:bodyPr>
            <a:normAutofit fontScale="92500"/>
          </a:bodyPr>
          <a:lstStyle/>
          <a:p>
            <a:endParaRPr lang="zh-CN" altLang="en-US" sz="3200" dirty="0"/>
          </a:p>
          <a:p>
            <a:pPr marL="0" indent="0" algn="just">
              <a:buNone/>
            </a:pPr>
            <a:r>
              <a:rPr lang="en-US" altLang="zh-CN" sz="2600" dirty="0"/>
              <a:t>  </a:t>
            </a:r>
            <a:r>
              <a:rPr lang="zh-CN" altLang="en-US" sz="2600" dirty="0"/>
              <a:t>小河农场是一款以农场</a:t>
            </a:r>
          </a:p>
          <a:p>
            <a:pPr marL="0" indent="0" algn="just">
              <a:buNone/>
            </a:pPr>
            <a:r>
              <a:rPr lang="en-US" altLang="zh-CN" sz="2600" dirty="0"/>
              <a:t>  </a:t>
            </a:r>
            <a:r>
              <a:rPr lang="zh-CN" altLang="en-US" sz="2600" dirty="0"/>
              <a:t>为主题的模拟经营休闲</a:t>
            </a:r>
          </a:p>
          <a:p>
            <a:pPr marL="0" indent="0" algn="just">
              <a:buNone/>
            </a:pPr>
            <a:r>
              <a:rPr lang="zh-CN" altLang="en-US" sz="2600" dirty="0"/>
              <a:t> </a:t>
            </a:r>
            <a:r>
              <a:rPr lang="en-US" altLang="zh-CN" sz="2600" dirty="0"/>
              <a:t> </a:t>
            </a:r>
            <a:r>
              <a:rPr lang="zh-CN" altLang="en-US" sz="2600" dirty="0"/>
              <a:t>养成类游戏，玩家可以</a:t>
            </a:r>
          </a:p>
          <a:p>
            <a:pPr marL="0" indent="0" algn="just">
              <a:buNone/>
            </a:pPr>
            <a:r>
              <a:rPr lang="zh-CN" altLang="en-US" sz="2600" dirty="0"/>
              <a:t> </a:t>
            </a:r>
            <a:r>
              <a:rPr lang="en-US" altLang="zh-CN" sz="2600" dirty="0"/>
              <a:t> </a:t>
            </a:r>
            <a:r>
              <a:rPr lang="zh-CN" altLang="en-US" sz="2600" dirty="0"/>
              <a:t>根据自己的喜好经营自</a:t>
            </a:r>
          </a:p>
          <a:p>
            <a:pPr marL="0" indent="0" algn="just">
              <a:buNone/>
            </a:pPr>
            <a:r>
              <a:rPr lang="en-US" altLang="zh-CN" sz="2600" dirty="0"/>
              <a:t>  </a:t>
            </a:r>
            <a:r>
              <a:rPr lang="zh-CN" altLang="en-US" sz="2600" dirty="0"/>
              <a:t>己的农场。</a:t>
            </a:r>
          </a:p>
        </p:txBody>
      </p:sp>
      <p:pic>
        <p:nvPicPr>
          <p:cNvPr id="4" name="图片 3" descr="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rcRect l="9991"/>
          <a:stretch>
            <a:fillRect/>
          </a:stretch>
        </p:blipFill>
        <p:spPr>
          <a:xfrm>
            <a:off x="0" y="877635"/>
            <a:ext cx="7410615" cy="510272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215765" y="1589955"/>
            <a:ext cx="1324746" cy="1324744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76200" dist="38100" dir="5400000" algn="t" rotWithShape="0">
              <a:schemeClr val="accent1">
                <a:alpha val="7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defTabSz="457200">
              <a:lnSpc>
                <a:spcPct val="120000"/>
              </a:lnSpc>
            </a:pPr>
            <a:endParaRPr lang="zh-CN" altLang="en-US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椭圆 68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3703176" y="4197866"/>
            <a:ext cx="1324746" cy="1324744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76200" dist="38100" dir="5400000" algn="t" rotWithShape="0">
              <a:schemeClr val="accent1">
                <a:alpha val="7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defTabSz="457200">
              <a:lnSpc>
                <a:spcPct val="120000"/>
              </a:lnSpc>
            </a:pPr>
            <a:endParaRPr lang="zh-CN" altLang="en-US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椭圆 6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728353" y="4197866"/>
            <a:ext cx="1324746" cy="1324744"/>
          </a:xfrm>
          <a:prstGeom prst="ellipse">
            <a:avLst/>
          </a:prstGeom>
          <a:solidFill>
            <a:schemeClr val="accent1"/>
          </a:solidFill>
          <a:ln w="25400">
            <a:noFill/>
          </a:ln>
          <a:effectLst>
            <a:outerShdw blurRad="76200" dist="38100" dir="5400000" algn="t" rotWithShape="0">
              <a:schemeClr val="accent1">
                <a:alpha val="7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defTabSz="457200">
              <a:lnSpc>
                <a:spcPct val="120000"/>
              </a:lnSpc>
            </a:pPr>
            <a:endParaRPr lang="zh-CN" altLang="en-US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0" name="直线连接符 17"/>
          <p:cNvCxnSpPr/>
          <p:nvPr>
            <p:custDataLst>
              <p:tags r:id="rId5"/>
            </p:custDataLst>
          </p:nvPr>
        </p:nvCxnSpPr>
        <p:spPr>
          <a:xfrm flipH="1">
            <a:off x="5166465" y="4883097"/>
            <a:ext cx="1452245" cy="10160"/>
          </a:xfrm>
          <a:prstGeom prst="line">
            <a:avLst/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90"/>
          <p:cNvCxnSpPr/>
          <p:nvPr>
            <p:custDataLst>
              <p:tags r:id="rId6"/>
            </p:custDataLst>
          </p:nvPr>
        </p:nvCxnSpPr>
        <p:spPr>
          <a:xfrm rot="3600000">
            <a:off x="5937363" y="3556283"/>
            <a:ext cx="1394136" cy="0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形状 92"/>
          <p:cNvSpPr/>
          <p:nvPr>
            <p:custDataLst>
              <p:tags r:id="rId7"/>
            </p:custDataLst>
          </p:nvPr>
        </p:nvSpPr>
        <p:spPr>
          <a:xfrm>
            <a:off x="4060396" y="4555322"/>
            <a:ext cx="610306" cy="609830"/>
          </a:xfrm>
          <a:custGeom>
            <a:avLst/>
            <a:gdLst>
              <a:gd name="connsiteX0" fmla="*/ 200396 w 457028"/>
              <a:gd name="connsiteY0" fmla="*/ 413380 h 456672"/>
              <a:gd name="connsiteX1" fmla="*/ 200396 w 457028"/>
              <a:gd name="connsiteY1" fmla="*/ 442390 h 456672"/>
              <a:gd name="connsiteX2" fmla="*/ 243242 w 457028"/>
              <a:gd name="connsiteY2" fmla="*/ 442390 h 456672"/>
              <a:gd name="connsiteX3" fmla="*/ 243242 w 457028"/>
              <a:gd name="connsiteY3" fmla="*/ 413380 h 456672"/>
              <a:gd name="connsiteX4" fmla="*/ 56682 w 457028"/>
              <a:gd name="connsiteY4" fmla="*/ 399097 h 456672"/>
              <a:gd name="connsiteX5" fmla="*/ 70964 w 457028"/>
              <a:gd name="connsiteY5" fmla="*/ 399097 h 456672"/>
              <a:gd name="connsiteX6" fmla="*/ 70964 w 457028"/>
              <a:gd name="connsiteY6" fmla="*/ 413379 h 456672"/>
              <a:gd name="connsiteX7" fmla="*/ 56682 w 457028"/>
              <a:gd name="connsiteY7" fmla="*/ 413379 h 456672"/>
              <a:gd name="connsiteX8" fmla="*/ 28118 w 457028"/>
              <a:gd name="connsiteY8" fmla="*/ 399097 h 456672"/>
              <a:gd name="connsiteX9" fmla="*/ 42400 w 457028"/>
              <a:gd name="connsiteY9" fmla="*/ 399097 h 456672"/>
              <a:gd name="connsiteX10" fmla="*/ 42400 w 457028"/>
              <a:gd name="connsiteY10" fmla="*/ 413379 h 456672"/>
              <a:gd name="connsiteX11" fmla="*/ 28118 w 457028"/>
              <a:gd name="connsiteY11" fmla="*/ 413379 h 456672"/>
              <a:gd name="connsiteX12" fmla="*/ 271360 w 457028"/>
              <a:gd name="connsiteY12" fmla="*/ 370979 h 456672"/>
              <a:gd name="connsiteX13" fmla="*/ 285642 w 457028"/>
              <a:gd name="connsiteY13" fmla="*/ 370979 h 456672"/>
              <a:gd name="connsiteX14" fmla="*/ 285642 w 457028"/>
              <a:gd name="connsiteY14" fmla="*/ 385261 h 456672"/>
              <a:gd name="connsiteX15" fmla="*/ 271360 w 457028"/>
              <a:gd name="connsiteY15" fmla="*/ 385261 h 456672"/>
              <a:gd name="connsiteX16" fmla="*/ 242796 w 457028"/>
              <a:gd name="connsiteY16" fmla="*/ 370979 h 456672"/>
              <a:gd name="connsiteX17" fmla="*/ 257078 w 457028"/>
              <a:gd name="connsiteY17" fmla="*/ 370979 h 456672"/>
              <a:gd name="connsiteX18" fmla="*/ 257078 w 457028"/>
              <a:gd name="connsiteY18" fmla="*/ 385261 h 456672"/>
              <a:gd name="connsiteX19" fmla="*/ 242796 w 457028"/>
              <a:gd name="connsiteY19" fmla="*/ 385261 h 456672"/>
              <a:gd name="connsiteX20" fmla="*/ 214232 w 457028"/>
              <a:gd name="connsiteY20" fmla="*/ 370979 h 456672"/>
              <a:gd name="connsiteX21" fmla="*/ 228514 w 457028"/>
              <a:gd name="connsiteY21" fmla="*/ 370979 h 456672"/>
              <a:gd name="connsiteX22" fmla="*/ 228514 w 457028"/>
              <a:gd name="connsiteY22" fmla="*/ 385261 h 456672"/>
              <a:gd name="connsiteX23" fmla="*/ 214232 w 457028"/>
              <a:gd name="connsiteY23" fmla="*/ 385261 h 456672"/>
              <a:gd name="connsiteX24" fmla="*/ 185668 w 457028"/>
              <a:gd name="connsiteY24" fmla="*/ 370979 h 456672"/>
              <a:gd name="connsiteX25" fmla="*/ 199950 w 457028"/>
              <a:gd name="connsiteY25" fmla="*/ 370979 h 456672"/>
              <a:gd name="connsiteX26" fmla="*/ 199950 w 457028"/>
              <a:gd name="connsiteY26" fmla="*/ 385261 h 456672"/>
              <a:gd name="connsiteX27" fmla="*/ 185668 w 457028"/>
              <a:gd name="connsiteY27" fmla="*/ 385261 h 456672"/>
              <a:gd name="connsiteX28" fmla="*/ 157103 w 457028"/>
              <a:gd name="connsiteY28" fmla="*/ 370979 h 456672"/>
              <a:gd name="connsiteX29" fmla="*/ 171385 w 457028"/>
              <a:gd name="connsiteY29" fmla="*/ 370979 h 456672"/>
              <a:gd name="connsiteX30" fmla="*/ 171385 w 457028"/>
              <a:gd name="connsiteY30" fmla="*/ 385261 h 456672"/>
              <a:gd name="connsiteX31" fmla="*/ 157103 w 457028"/>
              <a:gd name="connsiteY31" fmla="*/ 385261 h 456672"/>
              <a:gd name="connsiteX32" fmla="*/ 56682 w 457028"/>
              <a:gd name="connsiteY32" fmla="*/ 370532 h 456672"/>
              <a:gd name="connsiteX33" fmla="*/ 70964 w 457028"/>
              <a:gd name="connsiteY33" fmla="*/ 370532 h 456672"/>
              <a:gd name="connsiteX34" fmla="*/ 70964 w 457028"/>
              <a:gd name="connsiteY34" fmla="*/ 384814 h 456672"/>
              <a:gd name="connsiteX35" fmla="*/ 56682 w 457028"/>
              <a:gd name="connsiteY35" fmla="*/ 384814 h 456672"/>
              <a:gd name="connsiteX36" fmla="*/ 28118 w 457028"/>
              <a:gd name="connsiteY36" fmla="*/ 370532 h 456672"/>
              <a:gd name="connsiteX37" fmla="*/ 42400 w 457028"/>
              <a:gd name="connsiteY37" fmla="*/ 370532 h 456672"/>
              <a:gd name="connsiteX38" fmla="*/ 42400 w 457028"/>
              <a:gd name="connsiteY38" fmla="*/ 384814 h 456672"/>
              <a:gd name="connsiteX39" fmla="*/ 28118 w 457028"/>
              <a:gd name="connsiteY39" fmla="*/ 384814 h 456672"/>
              <a:gd name="connsiteX40" fmla="*/ 142821 w 457028"/>
              <a:gd name="connsiteY40" fmla="*/ 356698 h 456672"/>
              <a:gd name="connsiteX41" fmla="*/ 142821 w 457028"/>
              <a:gd name="connsiteY41" fmla="*/ 442390 h 456672"/>
              <a:gd name="connsiteX42" fmla="*/ 186114 w 457028"/>
              <a:gd name="connsiteY42" fmla="*/ 442390 h 456672"/>
              <a:gd name="connsiteX43" fmla="*/ 186114 w 457028"/>
              <a:gd name="connsiteY43" fmla="*/ 413380 h 456672"/>
              <a:gd name="connsiteX44" fmla="*/ 171386 w 457028"/>
              <a:gd name="connsiteY44" fmla="*/ 413380 h 456672"/>
              <a:gd name="connsiteX45" fmla="*/ 171386 w 457028"/>
              <a:gd name="connsiteY45" fmla="*/ 399098 h 456672"/>
              <a:gd name="connsiteX46" fmla="*/ 271360 w 457028"/>
              <a:gd name="connsiteY46" fmla="*/ 399098 h 456672"/>
              <a:gd name="connsiteX47" fmla="*/ 271360 w 457028"/>
              <a:gd name="connsiteY47" fmla="*/ 413380 h 456672"/>
              <a:gd name="connsiteX48" fmla="*/ 257524 w 457028"/>
              <a:gd name="connsiteY48" fmla="*/ 413380 h 456672"/>
              <a:gd name="connsiteX49" fmla="*/ 257524 w 457028"/>
              <a:gd name="connsiteY49" fmla="*/ 442390 h 456672"/>
              <a:gd name="connsiteX50" fmla="*/ 299925 w 457028"/>
              <a:gd name="connsiteY50" fmla="*/ 442390 h 456672"/>
              <a:gd name="connsiteX51" fmla="*/ 299925 w 457028"/>
              <a:gd name="connsiteY51" fmla="*/ 356698 h 456672"/>
              <a:gd name="connsiteX52" fmla="*/ 56682 w 457028"/>
              <a:gd name="connsiteY52" fmla="*/ 341968 h 456672"/>
              <a:gd name="connsiteX53" fmla="*/ 70964 w 457028"/>
              <a:gd name="connsiteY53" fmla="*/ 341968 h 456672"/>
              <a:gd name="connsiteX54" fmla="*/ 70964 w 457028"/>
              <a:gd name="connsiteY54" fmla="*/ 356250 h 456672"/>
              <a:gd name="connsiteX55" fmla="*/ 56682 w 457028"/>
              <a:gd name="connsiteY55" fmla="*/ 356250 h 456672"/>
              <a:gd name="connsiteX56" fmla="*/ 28118 w 457028"/>
              <a:gd name="connsiteY56" fmla="*/ 341968 h 456672"/>
              <a:gd name="connsiteX57" fmla="*/ 42400 w 457028"/>
              <a:gd name="connsiteY57" fmla="*/ 341968 h 456672"/>
              <a:gd name="connsiteX58" fmla="*/ 42400 w 457028"/>
              <a:gd name="connsiteY58" fmla="*/ 356250 h 456672"/>
              <a:gd name="connsiteX59" fmla="*/ 28118 w 457028"/>
              <a:gd name="connsiteY59" fmla="*/ 356250 h 456672"/>
              <a:gd name="connsiteX60" fmla="*/ 414182 w 457028"/>
              <a:gd name="connsiteY60" fmla="*/ 313850 h 456672"/>
              <a:gd name="connsiteX61" fmla="*/ 428018 w 457028"/>
              <a:gd name="connsiteY61" fmla="*/ 313850 h 456672"/>
              <a:gd name="connsiteX62" fmla="*/ 428018 w 457028"/>
              <a:gd name="connsiteY62" fmla="*/ 328132 h 456672"/>
              <a:gd name="connsiteX63" fmla="*/ 414182 w 457028"/>
              <a:gd name="connsiteY63" fmla="*/ 328132 h 456672"/>
              <a:gd name="connsiteX64" fmla="*/ 385617 w 457028"/>
              <a:gd name="connsiteY64" fmla="*/ 313850 h 456672"/>
              <a:gd name="connsiteX65" fmla="*/ 399899 w 457028"/>
              <a:gd name="connsiteY65" fmla="*/ 313850 h 456672"/>
              <a:gd name="connsiteX66" fmla="*/ 399899 w 457028"/>
              <a:gd name="connsiteY66" fmla="*/ 328132 h 456672"/>
              <a:gd name="connsiteX67" fmla="*/ 385617 w 457028"/>
              <a:gd name="connsiteY67" fmla="*/ 328132 h 456672"/>
              <a:gd name="connsiteX68" fmla="*/ 357053 w 457028"/>
              <a:gd name="connsiteY68" fmla="*/ 313850 h 456672"/>
              <a:gd name="connsiteX69" fmla="*/ 371335 w 457028"/>
              <a:gd name="connsiteY69" fmla="*/ 313850 h 456672"/>
              <a:gd name="connsiteX70" fmla="*/ 371335 w 457028"/>
              <a:gd name="connsiteY70" fmla="*/ 328132 h 456672"/>
              <a:gd name="connsiteX71" fmla="*/ 357053 w 457028"/>
              <a:gd name="connsiteY71" fmla="*/ 328132 h 456672"/>
              <a:gd name="connsiteX72" fmla="*/ 328489 w 457028"/>
              <a:gd name="connsiteY72" fmla="*/ 313850 h 456672"/>
              <a:gd name="connsiteX73" fmla="*/ 342771 w 457028"/>
              <a:gd name="connsiteY73" fmla="*/ 313850 h 456672"/>
              <a:gd name="connsiteX74" fmla="*/ 342771 w 457028"/>
              <a:gd name="connsiteY74" fmla="*/ 328132 h 456672"/>
              <a:gd name="connsiteX75" fmla="*/ 328489 w 457028"/>
              <a:gd name="connsiteY75" fmla="*/ 328132 h 456672"/>
              <a:gd name="connsiteX76" fmla="*/ 271360 w 457028"/>
              <a:gd name="connsiteY76" fmla="*/ 313850 h 456672"/>
              <a:gd name="connsiteX77" fmla="*/ 285642 w 457028"/>
              <a:gd name="connsiteY77" fmla="*/ 313850 h 456672"/>
              <a:gd name="connsiteX78" fmla="*/ 285642 w 457028"/>
              <a:gd name="connsiteY78" fmla="*/ 328132 h 456672"/>
              <a:gd name="connsiteX79" fmla="*/ 271360 w 457028"/>
              <a:gd name="connsiteY79" fmla="*/ 328132 h 456672"/>
              <a:gd name="connsiteX80" fmla="*/ 242796 w 457028"/>
              <a:gd name="connsiteY80" fmla="*/ 313850 h 456672"/>
              <a:gd name="connsiteX81" fmla="*/ 257078 w 457028"/>
              <a:gd name="connsiteY81" fmla="*/ 313850 h 456672"/>
              <a:gd name="connsiteX82" fmla="*/ 257078 w 457028"/>
              <a:gd name="connsiteY82" fmla="*/ 328132 h 456672"/>
              <a:gd name="connsiteX83" fmla="*/ 242796 w 457028"/>
              <a:gd name="connsiteY83" fmla="*/ 328132 h 456672"/>
              <a:gd name="connsiteX84" fmla="*/ 214232 w 457028"/>
              <a:gd name="connsiteY84" fmla="*/ 313850 h 456672"/>
              <a:gd name="connsiteX85" fmla="*/ 228514 w 457028"/>
              <a:gd name="connsiteY85" fmla="*/ 313850 h 456672"/>
              <a:gd name="connsiteX86" fmla="*/ 228514 w 457028"/>
              <a:gd name="connsiteY86" fmla="*/ 328132 h 456672"/>
              <a:gd name="connsiteX87" fmla="*/ 214232 w 457028"/>
              <a:gd name="connsiteY87" fmla="*/ 328132 h 456672"/>
              <a:gd name="connsiteX88" fmla="*/ 185668 w 457028"/>
              <a:gd name="connsiteY88" fmla="*/ 313850 h 456672"/>
              <a:gd name="connsiteX89" fmla="*/ 199950 w 457028"/>
              <a:gd name="connsiteY89" fmla="*/ 313850 h 456672"/>
              <a:gd name="connsiteX90" fmla="*/ 199950 w 457028"/>
              <a:gd name="connsiteY90" fmla="*/ 328132 h 456672"/>
              <a:gd name="connsiteX91" fmla="*/ 185668 w 457028"/>
              <a:gd name="connsiteY91" fmla="*/ 328132 h 456672"/>
              <a:gd name="connsiteX92" fmla="*/ 157103 w 457028"/>
              <a:gd name="connsiteY92" fmla="*/ 313850 h 456672"/>
              <a:gd name="connsiteX93" fmla="*/ 171385 w 457028"/>
              <a:gd name="connsiteY93" fmla="*/ 313850 h 456672"/>
              <a:gd name="connsiteX94" fmla="*/ 171385 w 457028"/>
              <a:gd name="connsiteY94" fmla="*/ 328132 h 456672"/>
              <a:gd name="connsiteX95" fmla="*/ 157103 w 457028"/>
              <a:gd name="connsiteY95" fmla="*/ 328132 h 456672"/>
              <a:gd name="connsiteX96" fmla="*/ 56682 w 457028"/>
              <a:gd name="connsiteY96" fmla="*/ 313404 h 456672"/>
              <a:gd name="connsiteX97" fmla="*/ 70964 w 457028"/>
              <a:gd name="connsiteY97" fmla="*/ 313404 h 456672"/>
              <a:gd name="connsiteX98" fmla="*/ 70964 w 457028"/>
              <a:gd name="connsiteY98" fmla="*/ 327686 h 456672"/>
              <a:gd name="connsiteX99" fmla="*/ 56682 w 457028"/>
              <a:gd name="connsiteY99" fmla="*/ 327686 h 456672"/>
              <a:gd name="connsiteX100" fmla="*/ 28118 w 457028"/>
              <a:gd name="connsiteY100" fmla="*/ 313404 h 456672"/>
              <a:gd name="connsiteX101" fmla="*/ 42400 w 457028"/>
              <a:gd name="connsiteY101" fmla="*/ 313404 h 456672"/>
              <a:gd name="connsiteX102" fmla="*/ 42400 w 457028"/>
              <a:gd name="connsiteY102" fmla="*/ 327686 h 456672"/>
              <a:gd name="connsiteX103" fmla="*/ 28118 w 457028"/>
              <a:gd name="connsiteY103" fmla="*/ 327686 h 456672"/>
              <a:gd name="connsiteX104" fmla="*/ 414182 w 457028"/>
              <a:gd name="connsiteY104" fmla="*/ 285286 h 456672"/>
              <a:gd name="connsiteX105" fmla="*/ 428018 w 457028"/>
              <a:gd name="connsiteY105" fmla="*/ 285286 h 456672"/>
              <a:gd name="connsiteX106" fmla="*/ 428018 w 457028"/>
              <a:gd name="connsiteY106" fmla="*/ 299568 h 456672"/>
              <a:gd name="connsiteX107" fmla="*/ 414182 w 457028"/>
              <a:gd name="connsiteY107" fmla="*/ 299568 h 456672"/>
              <a:gd name="connsiteX108" fmla="*/ 385617 w 457028"/>
              <a:gd name="connsiteY108" fmla="*/ 285286 h 456672"/>
              <a:gd name="connsiteX109" fmla="*/ 399899 w 457028"/>
              <a:gd name="connsiteY109" fmla="*/ 285286 h 456672"/>
              <a:gd name="connsiteX110" fmla="*/ 399899 w 457028"/>
              <a:gd name="connsiteY110" fmla="*/ 299568 h 456672"/>
              <a:gd name="connsiteX111" fmla="*/ 385617 w 457028"/>
              <a:gd name="connsiteY111" fmla="*/ 299568 h 456672"/>
              <a:gd name="connsiteX112" fmla="*/ 357053 w 457028"/>
              <a:gd name="connsiteY112" fmla="*/ 285286 h 456672"/>
              <a:gd name="connsiteX113" fmla="*/ 371335 w 457028"/>
              <a:gd name="connsiteY113" fmla="*/ 285286 h 456672"/>
              <a:gd name="connsiteX114" fmla="*/ 371335 w 457028"/>
              <a:gd name="connsiteY114" fmla="*/ 299568 h 456672"/>
              <a:gd name="connsiteX115" fmla="*/ 357053 w 457028"/>
              <a:gd name="connsiteY115" fmla="*/ 299568 h 456672"/>
              <a:gd name="connsiteX116" fmla="*/ 328489 w 457028"/>
              <a:gd name="connsiteY116" fmla="*/ 285286 h 456672"/>
              <a:gd name="connsiteX117" fmla="*/ 342771 w 457028"/>
              <a:gd name="connsiteY117" fmla="*/ 285286 h 456672"/>
              <a:gd name="connsiteX118" fmla="*/ 342771 w 457028"/>
              <a:gd name="connsiteY118" fmla="*/ 299568 h 456672"/>
              <a:gd name="connsiteX119" fmla="*/ 328489 w 457028"/>
              <a:gd name="connsiteY119" fmla="*/ 299568 h 456672"/>
              <a:gd name="connsiteX120" fmla="*/ 271360 w 457028"/>
              <a:gd name="connsiteY120" fmla="*/ 285286 h 456672"/>
              <a:gd name="connsiteX121" fmla="*/ 285642 w 457028"/>
              <a:gd name="connsiteY121" fmla="*/ 285286 h 456672"/>
              <a:gd name="connsiteX122" fmla="*/ 285642 w 457028"/>
              <a:gd name="connsiteY122" fmla="*/ 299568 h 456672"/>
              <a:gd name="connsiteX123" fmla="*/ 271360 w 457028"/>
              <a:gd name="connsiteY123" fmla="*/ 299568 h 456672"/>
              <a:gd name="connsiteX124" fmla="*/ 242796 w 457028"/>
              <a:gd name="connsiteY124" fmla="*/ 285286 h 456672"/>
              <a:gd name="connsiteX125" fmla="*/ 257078 w 457028"/>
              <a:gd name="connsiteY125" fmla="*/ 285286 h 456672"/>
              <a:gd name="connsiteX126" fmla="*/ 257078 w 457028"/>
              <a:gd name="connsiteY126" fmla="*/ 299568 h 456672"/>
              <a:gd name="connsiteX127" fmla="*/ 242796 w 457028"/>
              <a:gd name="connsiteY127" fmla="*/ 299568 h 456672"/>
              <a:gd name="connsiteX128" fmla="*/ 214232 w 457028"/>
              <a:gd name="connsiteY128" fmla="*/ 285286 h 456672"/>
              <a:gd name="connsiteX129" fmla="*/ 228514 w 457028"/>
              <a:gd name="connsiteY129" fmla="*/ 285286 h 456672"/>
              <a:gd name="connsiteX130" fmla="*/ 228514 w 457028"/>
              <a:gd name="connsiteY130" fmla="*/ 299568 h 456672"/>
              <a:gd name="connsiteX131" fmla="*/ 214232 w 457028"/>
              <a:gd name="connsiteY131" fmla="*/ 299568 h 456672"/>
              <a:gd name="connsiteX132" fmla="*/ 185668 w 457028"/>
              <a:gd name="connsiteY132" fmla="*/ 285286 h 456672"/>
              <a:gd name="connsiteX133" fmla="*/ 199950 w 457028"/>
              <a:gd name="connsiteY133" fmla="*/ 285286 h 456672"/>
              <a:gd name="connsiteX134" fmla="*/ 199950 w 457028"/>
              <a:gd name="connsiteY134" fmla="*/ 299568 h 456672"/>
              <a:gd name="connsiteX135" fmla="*/ 185668 w 457028"/>
              <a:gd name="connsiteY135" fmla="*/ 299568 h 456672"/>
              <a:gd name="connsiteX136" fmla="*/ 157103 w 457028"/>
              <a:gd name="connsiteY136" fmla="*/ 285286 h 456672"/>
              <a:gd name="connsiteX137" fmla="*/ 171385 w 457028"/>
              <a:gd name="connsiteY137" fmla="*/ 285286 h 456672"/>
              <a:gd name="connsiteX138" fmla="*/ 171385 w 457028"/>
              <a:gd name="connsiteY138" fmla="*/ 299568 h 456672"/>
              <a:gd name="connsiteX139" fmla="*/ 157103 w 457028"/>
              <a:gd name="connsiteY139" fmla="*/ 299568 h 456672"/>
              <a:gd name="connsiteX140" fmla="*/ 56682 w 457028"/>
              <a:gd name="connsiteY140" fmla="*/ 284840 h 456672"/>
              <a:gd name="connsiteX141" fmla="*/ 70964 w 457028"/>
              <a:gd name="connsiteY141" fmla="*/ 284840 h 456672"/>
              <a:gd name="connsiteX142" fmla="*/ 70964 w 457028"/>
              <a:gd name="connsiteY142" fmla="*/ 299122 h 456672"/>
              <a:gd name="connsiteX143" fmla="*/ 56682 w 457028"/>
              <a:gd name="connsiteY143" fmla="*/ 299122 h 456672"/>
              <a:gd name="connsiteX144" fmla="*/ 28118 w 457028"/>
              <a:gd name="connsiteY144" fmla="*/ 284840 h 456672"/>
              <a:gd name="connsiteX145" fmla="*/ 42400 w 457028"/>
              <a:gd name="connsiteY145" fmla="*/ 284840 h 456672"/>
              <a:gd name="connsiteX146" fmla="*/ 42400 w 457028"/>
              <a:gd name="connsiteY146" fmla="*/ 299122 h 456672"/>
              <a:gd name="connsiteX147" fmla="*/ 28118 w 457028"/>
              <a:gd name="connsiteY147" fmla="*/ 299122 h 456672"/>
              <a:gd name="connsiteX148" fmla="*/ 314207 w 457028"/>
              <a:gd name="connsiteY148" fmla="*/ 271004 h 456672"/>
              <a:gd name="connsiteX149" fmla="*/ 314207 w 457028"/>
              <a:gd name="connsiteY149" fmla="*/ 342415 h 456672"/>
              <a:gd name="connsiteX150" fmla="*/ 328489 w 457028"/>
              <a:gd name="connsiteY150" fmla="*/ 342415 h 456672"/>
              <a:gd name="connsiteX151" fmla="*/ 328489 w 457028"/>
              <a:gd name="connsiteY151" fmla="*/ 356698 h 456672"/>
              <a:gd name="connsiteX152" fmla="*/ 314207 w 457028"/>
              <a:gd name="connsiteY152" fmla="*/ 356698 h 456672"/>
              <a:gd name="connsiteX153" fmla="*/ 314207 w 457028"/>
              <a:gd name="connsiteY153" fmla="*/ 442390 h 456672"/>
              <a:gd name="connsiteX154" fmla="*/ 442746 w 457028"/>
              <a:gd name="connsiteY154" fmla="*/ 442390 h 456672"/>
              <a:gd name="connsiteX155" fmla="*/ 442746 w 457028"/>
              <a:gd name="connsiteY155" fmla="*/ 271004 h 456672"/>
              <a:gd name="connsiteX156" fmla="*/ 271360 w 457028"/>
              <a:gd name="connsiteY156" fmla="*/ 256722 h 456672"/>
              <a:gd name="connsiteX157" fmla="*/ 285642 w 457028"/>
              <a:gd name="connsiteY157" fmla="*/ 256722 h 456672"/>
              <a:gd name="connsiteX158" fmla="*/ 285642 w 457028"/>
              <a:gd name="connsiteY158" fmla="*/ 271004 h 456672"/>
              <a:gd name="connsiteX159" fmla="*/ 271360 w 457028"/>
              <a:gd name="connsiteY159" fmla="*/ 271004 h 456672"/>
              <a:gd name="connsiteX160" fmla="*/ 242796 w 457028"/>
              <a:gd name="connsiteY160" fmla="*/ 256722 h 456672"/>
              <a:gd name="connsiteX161" fmla="*/ 257078 w 457028"/>
              <a:gd name="connsiteY161" fmla="*/ 256722 h 456672"/>
              <a:gd name="connsiteX162" fmla="*/ 257078 w 457028"/>
              <a:gd name="connsiteY162" fmla="*/ 271004 h 456672"/>
              <a:gd name="connsiteX163" fmla="*/ 242796 w 457028"/>
              <a:gd name="connsiteY163" fmla="*/ 271004 h 456672"/>
              <a:gd name="connsiteX164" fmla="*/ 214232 w 457028"/>
              <a:gd name="connsiteY164" fmla="*/ 256722 h 456672"/>
              <a:gd name="connsiteX165" fmla="*/ 228514 w 457028"/>
              <a:gd name="connsiteY165" fmla="*/ 256722 h 456672"/>
              <a:gd name="connsiteX166" fmla="*/ 228514 w 457028"/>
              <a:gd name="connsiteY166" fmla="*/ 271004 h 456672"/>
              <a:gd name="connsiteX167" fmla="*/ 214232 w 457028"/>
              <a:gd name="connsiteY167" fmla="*/ 271004 h 456672"/>
              <a:gd name="connsiteX168" fmla="*/ 185668 w 457028"/>
              <a:gd name="connsiteY168" fmla="*/ 256722 h 456672"/>
              <a:gd name="connsiteX169" fmla="*/ 199950 w 457028"/>
              <a:gd name="connsiteY169" fmla="*/ 256722 h 456672"/>
              <a:gd name="connsiteX170" fmla="*/ 199950 w 457028"/>
              <a:gd name="connsiteY170" fmla="*/ 271004 h 456672"/>
              <a:gd name="connsiteX171" fmla="*/ 185668 w 457028"/>
              <a:gd name="connsiteY171" fmla="*/ 271004 h 456672"/>
              <a:gd name="connsiteX172" fmla="*/ 157103 w 457028"/>
              <a:gd name="connsiteY172" fmla="*/ 256722 h 456672"/>
              <a:gd name="connsiteX173" fmla="*/ 171385 w 457028"/>
              <a:gd name="connsiteY173" fmla="*/ 256722 h 456672"/>
              <a:gd name="connsiteX174" fmla="*/ 171385 w 457028"/>
              <a:gd name="connsiteY174" fmla="*/ 271004 h 456672"/>
              <a:gd name="connsiteX175" fmla="*/ 157103 w 457028"/>
              <a:gd name="connsiteY175" fmla="*/ 271004 h 456672"/>
              <a:gd name="connsiteX176" fmla="*/ 56682 w 457028"/>
              <a:gd name="connsiteY176" fmla="*/ 256276 h 456672"/>
              <a:gd name="connsiteX177" fmla="*/ 70964 w 457028"/>
              <a:gd name="connsiteY177" fmla="*/ 256276 h 456672"/>
              <a:gd name="connsiteX178" fmla="*/ 70964 w 457028"/>
              <a:gd name="connsiteY178" fmla="*/ 270558 h 456672"/>
              <a:gd name="connsiteX179" fmla="*/ 56682 w 457028"/>
              <a:gd name="connsiteY179" fmla="*/ 270558 h 456672"/>
              <a:gd name="connsiteX180" fmla="*/ 28118 w 457028"/>
              <a:gd name="connsiteY180" fmla="*/ 256276 h 456672"/>
              <a:gd name="connsiteX181" fmla="*/ 42400 w 457028"/>
              <a:gd name="connsiteY181" fmla="*/ 256276 h 456672"/>
              <a:gd name="connsiteX182" fmla="*/ 42400 w 457028"/>
              <a:gd name="connsiteY182" fmla="*/ 270558 h 456672"/>
              <a:gd name="connsiteX183" fmla="*/ 28118 w 457028"/>
              <a:gd name="connsiteY183" fmla="*/ 270558 h 456672"/>
              <a:gd name="connsiteX184" fmla="*/ 142821 w 457028"/>
              <a:gd name="connsiteY184" fmla="*/ 242440 h 456672"/>
              <a:gd name="connsiteX185" fmla="*/ 142821 w 457028"/>
              <a:gd name="connsiteY185" fmla="*/ 342415 h 456672"/>
              <a:gd name="connsiteX186" fmla="*/ 299925 w 457028"/>
              <a:gd name="connsiteY186" fmla="*/ 342415 h 456672"/>
              <a:gd name="connsiteX187" fmla="*/ 299925 w 457028"/>
              <a:gd name="connsiteY187" fmla="*/ 256722 h 456672"/>
              <a:gd name="connsiteX188" fmla="*/ 299925 w 457028"/>
              <a:gd name="connsiteY188" fmla="*/ 242440 h 456672"/>
              <a:gd name="connsiteX189" fmla="*/ 371335 w 457028"/>
              <a:gd name="connsiteY189" fmla="*/ 228381 h 456672"/>
              <a:gd name="connsiteX190" fmla="*/ 371335 w 457028"/>
              <a:gd name="connsiteY190" fmla="*/ 256722 h 456672"/>
              <a:gd name="connsiteX191" fmla="*/ 428017 w 457028"/>
              <a:gd name="connsiteY191" fmla="*/ 256722 h 456672"/>
              <a:gd name="connsiteX192" fmla="*/ 428017 w 457028"/>
              <a:gd name="connsiteY192" fmla="*/ 228381 h 456672"/>
              <a:gd name="connsiteX193" fmla="*/ 56682 w 457028"/>
              <a:gd name="connsiteY193" fmla="*/ 227711 h 456672"/>
              <a:gd name="connsiteX194" fmla="*/ 70964 w 457028"/>
              <a:gd name="connsiteY194" fmla="*/ 227711 h 456672"/>
              <a:gd name="connsiteX195" fmla="*/ 70964 w 457028"/>
              <a:gd name="connsiteY195" fmla="*/ 241993 h 456672"/>
              <a:gd name="connsiteX196" fmla="*/ 56682 w 457028"/>
              <a:gd name="connsiteY196" fmla="*/ 241993 h 456672"/>
              <a:gd name="connsiteX197" fmla="*/ 28118 w 457028"/>
              <a:gd name="connsiteY197" fmla="*/ 227711 h 456672"/>
              <a:gd name="connsiteX198" fmla="*/ 42400 w 457028"/>
              <a:gd name="connsiteY198" fmla="*/ 227711 h 456672"/>
              <a:gd name="connsiteX199" fmla="*/ 42400 w 457028"/>
              <a:gd name="connsiteY199" fmla="*/ 241993 h 456672"/>
              <a:gd name="connsiteX200" fmla="*/ 28118 w 457028"/>
              <a:gd name="connsiteY200" fmla="*/ 241993 h 456672"/>
              <a:gd name="connsiteX201" fmla="*/ 271360 w 457028"/>
              <a:gd name="connsiteY201" fmla="*/ 199594 h 456672"/>
              <a:gd name="connsiteX202" fmla="*/ 285642 w 457028"/>
              <a:gd name="connsiteY202" fmla="*/ 199594 h 456672"/>
              <a:gd name="connsiteX203" fmla="*/ 285642 w 457028"/>
              <a:gd name="connsiteY203" fmla="*/ 213876 h 456672"/>
              <a:gd name="connsiteX204" fmla="*/ 271360 w 457028"/>
              <a:gd name="connsiteY204" fmla="*/ 213876 h 456672"/>
              <a:gd name="connsiteX205" fmla="*/ 242796 w 457028"/>
              <a:gd name="connsiteY205" fmla="*/ 199594 h 456672"/>
              <a:gd name="connsiteX206" fmla="*/ 257078 w 457028"/>
              <a:gd name="connsiteY206" fmla="*/ 199594 h 456672"/>
              <a:gd name="connsiteX207" fmla="*/ 257078 w 457028"/>
              <a:gd name="connsiteY207" fmla="*/ 213876 h 456672"/>
              <a:gd name="connsiteX208" fmla="*/ 242796 w 457028"/>
              <a:gd name="connsiteY208" fmla="*/ 213876 h 456672"/>
              <a:gd name="connsiteX209" fmla="*/ 214232 w 457028"/>
              <a:gd name="connsiteY209" fmla="*/ 199594 h 456672"/>
              <a:gd name="connsiteX210" fmla="*/ 228514 w 457028"/>
              <a:gd name="connsiteY210" fmla="*/ 199594 h 456672"/>
              <a:gd name="connsiteX211" fmla="*/ 228514 w 457028"/>
              <a:gd name="connsiteY211" fmla="*/ 213876 h 456672"/>
              <a:gd name="connsiteX212" fmla="*/ 214232 w 457028"/>
              <a:gd name="connsiteY212" fmla="*/ 213876 h 456672"/>
              <a:gd name="connsiteX213" fmla="*/ 185668 w 457028"/>
              <a:gd name="connsiteY213" fmla="*/ 199594 h 456672"/>
              <a:gd name="connsiteX214" fmla="*/ 199950 w 457028"/>
              <a:gd name="connsiteY214" fmla="*/ 199594 h 456672"/>
              <a:gd name="connsiteX215" fmla="*/ 199950 w 457028"/>
              <a:gd name="connsiteY215" fmla="*/ 213876 h 456672"/>
              <a:gd name="connsiteX216" fmla="*/ 185668 w 457028"/>
              <a:gd name="connsiteY216" fmla="*/ 213876 h 456672"/>
              <a:gd name="connsiteX217" fmla="*/ 157103 w 457028"/>
              <a:gd name="connsiteY217" fmla="*/ 199594 h 456672"/>
              <a:gd name="connsiteX218" fmla="*/ 171385 w 457028"/>
              <a:gd name="connsiteY218" fmla="*/ 199594 h 456672"/>
              <a:gd name="connsiteX219" fmla="*/ 171385 w 457028"/>
              <a:gd name="connsiteY219" fmla="*/ 213876 h 456672"/>
              <a:gd name="connsiteX220" fmla="*/ 157103 w 457028"/>
              <a:gd name="connsiteY220" fmla="*/ 213876 h 456672"/>
              <a:gd name="connsiteX221" fmla="*/ 56682 w 457028"/>
              <a:gd name="connsiteY221" fmla="*/ 199147 h 456672"/>
              <a:gd name="connsiteX222" fmla="*/ 70964 w 457028"/>
              <a:gd name="connsiteY222" fmla="*/ 199147 h 456672"/>
              <a:gd name="connsiteX223" fmla="*/ 70964 w 457028"/>
              <a:gd name="connsiteY223" fmla="*/ 213429 h 456672"/>
              <a:gd name="connsiteX224" fmla="*/ 56682 w 457028"/>
              <a:gd name="connsiteY224" fmla="*/ 213429 h 456672"/>
              <a:gd name="connsiteX225" fmla="*/ 28118 w 457028"/>
              <a:gd name="connsiteY225" fmla="*/ 199147 h 456672"/>
              <a:gd name="connsiteX226" fmla="*/ 42400 w 457028"/>
              <a:gd name="connsiteY226" fmla="*/ 199147 h 456672"/>
              <a:gd name="connsiteX227" fmla="*/ 42400 w 457028"/>
              <a:gd name="connsiteY227" fmla="*/ 213429 h 456672"/>
              <a:gd name="connsiteX228" fmla="*/ 28118 w 457028"/>
              <a:gd name="connsiteY228" fmla="*/ 213429 h 456672"/>
              <a:gd name="connsiteX229" fmla="*/ 99975 w 457028"/>
              <a:gd name="connsiteY229" fmla="*/ 185311 h 456672"/>
              <a:gd name="connsiteX230" fmla="*/ 99975 w 457028"/>
              <a:gd name="connsiteY230" fmla="*/ 442390 h 456672"/>
              <a:gd name="connsiteX231" fmla="*/ 128539 w 457028"/>
              <a:gd name="connsiteY231" fmla="*/ 442390 h 456672"/>
              <a:gd name="connsiteX232" fmla="*/ 128539 w 457028"/>
              <a:gd name="connsiteY232" fmla="*/ 356698 h 456672"/>
              <a:gd name="connsiteX233" fmla="*/ 114257 w 457028"/>
              <a:gd name="connsiteY233" fmla="*/ 356698 h 456672"/>
              <a:gd name="connsiteX234" fmla="*/ 114257 w 457028"/>
              <a:gd name="connsiteY234" fmla="*/ 342415 h 456672"/>
              <a:gd name="connsiteX235" fmla="*/ 128539 w 457028"/>
              <a:gd name="connsiteY235" fmla="*/ 342415 h 456672"/>
              <a:gd name="connsiteX236" fmla="*/ 128539 w 457028"/>
              <a:gd name="connsiteY236" fmla="*/ 242440 h 456672"/>
              <a:gd name="connsiteX237" fmla="*/ 114257 w 457028"/>
              <a:gd name="connsiteY237" fmla="*/ 242440 h 456672"/>
              <a:gd name="connsiteX238" fmla="*/ 114257 w 457028"/>
              <a:gd name="connsiteY238" fmla="*/ 228158 h 456672"/>
              <a:gd name="connsiteX239" fmla="*/ 128539 w 457028"/>
              <a:gd name="connsiteY239" fmla="*/ 228158 h 456672"/>
              <a:gd name="connsiteX240" fmla="*/ 128539 w 457028"/>
              <a:gd name="connsiteY240" fmla="*/ 185311 h 456672"/>
              <a:gd name="connsiteX241" fmla="*/ 14282 w 457028"/>
              <a:gd name="connsiteY241" fmla="*/ 185311 h 456672"/>
              <a:gd name="connsiteX242" fmla="*/ 14282 w 457028"/>
              <a:gd name="connsiteY242" fmla="*/ 442390 h 456672"/>
              <a:gd name="connsiteX243" fmla="*/ 85693 w 457028"/>
              <a:gd name="connsiteY243" fmla="*/ 442390 h 456672"/>
              <a:gd name="connsiteX244" fmla="*/ 85693 w 457028"/>
              <a:gd name="connsiteY244" fmla="*/ 185311 h 456672"/>
              <a:gd name="connsiteX245" fmla="*/ 271360 w 457028"/>
              <a:gd name="connsiteY245" fmla="*/ 171029 h 456672"/>
              <a:gd name="connsiteX246" fmla="*/ 285642 w 457028"/>
              <a:gd name="connsiteY246" fmla="*/ 171029 h 456672"/>
              <a:gd name="connsiteX247" fmla="*/ 285642 w 457028"/>
              <a:gd name="connsiteY247" fmla="*/ 185311 h 456672"/>
              <a:gd name="connsiteX248" fmla="*/ 271360 w 457028"/>
              <a:gd name="connsiteY248" fmla="*/ 185311 h 456672"/>
              <a:gd name="connsiteX249" fmla="*/ 242796 w 457028"/>
              <a:gd name="connsiteY249" fmla="*/ 171029 h 456672"/>
              <a:gd name="connsiteX250" fmla="*/ 257078 w 457028"/>
              <a:gd name="connsiteY250" fmla="*/ 171029 h 456672"/>
              <a:gd name="connsiteX251" fmla="*/ 257078 w 457028"/>
              <a:gd name="connsiteY251" fmla="*/ 185311 h 456672"/>
              <a:gd name="connsiteX252" fmla="*/ 242796 w 457028"/>
              <a:gd name="connsiteY252" fmla="*/ 185311 h 456672"/>
              <a:gd name="connsiteX253" fmla="*/ 214232 w 457028"/>
              <a:gd name="connsiteY253" fmla="*/ 171029 h 456672"/>
              <a:gd name="connsiteX254" fmla="*/ 228514 w 457028"/>
              <a:gd name="connsiteY254" fmla="*/ 171029 h 456672"/>
              <a:gd name="connsiteX255" fmla="*/ 228514 w 457028"/>
              <a:gd name="connsiteY255" fmla="*/ 185311 h 456672"/>
              <a:gd name="connsiteX256" fmla="*/ 214232 w 457028"/>
              <a:gd name="connsiteY256" fmla="*/ 185311 h 456672"/>
              <a:gd name="connsiteX257" fmla="*/ 185668 w 457028"/>
              <a:gd name="connsiteY257" fmla="*/ 171029 h 456672"/>
              <a:gd name="connsiteX258" fmla="*/ 199950 w 457028"/>
              <a:gd name="connsiteY258" fmla="*/ 171029 h 456672"/>
              <a:gd name="connsiteX259" fmla="*/ 199950 w 457028"/>
              <a:gd name="connsiteY259" fmla="*/ 185311 h 456672"/>
              <a:gd name="connsiteX260" fmla="*/ 185668 w 457028"/>
              <a:gd name="connsiteY260" fmla="*/ 185311 h 456672"/>
              <a:gd name="connsiteX261" fmla="*/ 157103 w 457028"/>
              <a:gd name="connsiteY261" fmla="*/ 171029 h 456672"/>
              <a:gd name="connsiteX262" fmla="*/ 171385 w 457028"/>
              <a:gd name="connsiteY262" fmla="*/ 171029 h 456672"/>
              <a:gd name="connsiteX263" fmla="*/ 171385 w 457028"/>
              <a:gd name="connsiteY263" fmla="*/ 185311 h 456672"/>
              <a:gd name="connsiteX264" fmla="*/ 157103 w 457028"/>
              <a:gd name="connsiteY264" fmla="*/ 185311 h 456672"/>
              <a:gd name="connsiteX265" fmla="*/ 28564 w 457028"/>
              <a:gd name="connsiteY265" fmla="*/ 156747 h 456672"/>
              <a:gd name="connsiteX266" fmla="*/ 28564 w 457028"/>
              <a:gd name="connsiteY266" fmla="*/ 171029 h 456672"/>
              <a:gd name="connsiteX267" fmla="*/ 85693 w 457028"/>
              <a:gd name="connsiteY267" fmla="*/ 171029 h 456672"/>
              <a:gd name="connsiteX268" fmla="*/ 85693 w 457028"/>
              <a:gd name="connsiteY268" fmla="*/ 156747 h 456672"/>
              <a:gd name="connsiteX269" fmla="*/ 271360 w 457028"/>
              <a:gd name="connsiteY269" fmla="*/ 142465 h 456672"/>
              <a:gd name="connsiteX270" fmla="*/ 285642 w 457028"/>
              <a:gd name="connsiteY270" fmla="*/ 142465 h 456672"/>
              <a:gd name="connsiteX271" fmla="*/ 285642 w 457028"/>
              <a:gd name="connsiteY271" fmla="*/ 156747 h 456672"/>
              <a:gd name="connsiteX272" fmla="*/ 271360 w 457028"/>
              <a:gd name="connsiteY272" fmla="*/ 156747 h 456672"/>
              <a:gd name="connsiteX273" fmla="*/ 242796 w 457028"/>
              <a:gd name="connsiteY273" fmla="*/ 142465 h 456672"/>
              <a:gd name="connsiteX274" fmla="*/ 257078 w 457028"/>
              <a:gd name="connsiteY274" fmla="*/ 142465 h 456672"/>
              <a:gd name="connsiteX275" fmla="*/ 257078 w 457028"/>
              <a:gd name="connsiteY275" fmla="*/ 156747 h 456672"/>
              <a:gd name="connsiteX276" fmla="*/ 242796 w 457028"/>
              <a:gd name="connsiteY276" fmla="*/ 156747 h 456672"/>
              <a:gd name="connsiteX277" fmla="*/ 214232 w 457028"/>
              <a:gd name="connsiteY277" fmla="*/ 142465 h 456672"/>
              <a:gd name="connsiteX278" fmla="*/ 228514 w 457028"/>
              <a:gd name="connsiteY278" fmla="*/ 142465 h 456672"/>
              <a:gd name="connsiteX279" fmla="*/ 228514 w 457028"/>
              <a:gd name="connsiteY279" fmla="*/ 156747 h 456672"/>
              <a:gd name="connsiteX280" fmla="*/ 214232 w 457028"/>
              <a:gd name="connsiteY280" fmla="*/ 156747 h 456672"/>
              <a:gd name="connsiteX281" fmla="*/ 185668 w 457028"/>
              <a:gd name="connsiteY281" fmla="*/ 142465 h 456672"/>
              <a:gd name="connsiteX282" fmla="*/ 199950 w 457028"/>
              <a:gd name="connsiteY282" fmla="*/ 142465 h 456672"/>
              <a:gd name="connsiteX283" fmla="*/ 199950 w 457028"/>
              <a:gd name="connsiteY283" fmla="*/ 156747 h 456672"/>
              <a:gd name="connsiteX284" fmla="*/ 185668 w 457028"/>
              <a:gd name="connsiteY284" fmla="*/ 156747 h 456672"/>
              <a:gd name="connsiteX285" fmla="*/ 157103 w 457028"/>
              <a:gd name="connsiteY285" fmla="*/ 142465 h 456672"/>
              <a:gd name="connsiteX286" fmla="*/ 171385 w 457028"/>
              <a:gd name="connsiteY286" fmla="*/ 142465 h 456672"/>
              <a:gd name="connsiteX287" fmla="*/ 171385 w 457028"/>
              <a:gd name="connsiteY287" fmla="*/ 156747 h 456672"/>
              <a:gd name="connsiteX288" fmla="*/ 157103 w 457028"/>
              <a:gd name="connsiteY288" fmla="*/ 156747 h 456672"/>
              <a:gd name="connsiteX289" fmla="*/ 142821 w 457028"/>
              <a:gd name="connsiteY289" fmla="*/ 128183 h 456672"/>
              <a:gd name="connsiteX290" fmla="*/ 142821 w 457028"/>
              <a:gd name="connsiteY290" fmla="*/ 228158 h 456672"/>
              <a:gd name="connsiteX291" fmla="*/ 299925 w 457028"/>
              <a:gd name="connsiteY291" fmla="*/ 228158 h 456672"/>
              <a:gd name="connsiteX292" fmla="*/ 299925 w 457028"/>
              <a:gd name="connsiteY292" fmla="*/ 128183 h 456672"/>
              <a:gd name="connsiteX293" fmla="*/ 221373 w 457028"/>
              <a:gd name="connsiteY293" fmla="*/ 71054 h 456672"/>
              <a:gd name="connsiteX294" fmla="*/ 214232 w 457028"/>
              <a:gd name="connsiteY294" fmla="*/ 78195 h 456672"/>
              <a:gd name="connsiteX295" fmla="*/ 221373 w 457028"/>
              <a:gd name="connsiteY295" fmla="*/ 85336 h 456672"/>
              <a:gd name="connsiteX296" fmla="*/ 228514 w 457028"/>
              <a:gd name="connsiteY296" fmla="*/ 78195 h 456672"/>
              <a:gd name="connsiteX297" fmla="*/ 221373 w 457028"/>
              <a:gd name="connsiteY297" fmla="*/ 71054 h 456672"/>
              <a:gd name="connsiteX298" fmla="*/ 221373 w 457028"/>
              <a:gd name="connsiteY298" fmla="*/ 56772 h 456672"/>
              <a:gd name="connsiteX299" fmla="*/ 242796 w 457028"/>
              <a:gd name="connsiteY299" fmla="*/ 78195 h 456672"/>
              <a:gd name="connsiteX300" fmla="*/ 221373 w 457028"/>
              <a:gd name="connsiteY300" fmla="*/ 99618 h 456672"/>
              <a:gd name="connsiteX301" fmla="*/ 199950 w 457028"/>
              <a:gd name="connsiteY301" fmla="*/ 78195 h 456672"/>
              <a:gd name="connsiteX302" fmla="*/ 221373 w 457028"/>
              <a:gd name="connsiteY302" fmla="*/ 56772 h 456672"/>
              <a:gd name="connsiteX303" fmla="*/ 221373 w 457028"/>
              <a:gd name="connsiteY303" fmla="*/ 19833 h 456672"/>
              <a:gd name="connsiteX304" fmla="*/ 142821 w 457028"/>
              <a:gd name="connsiteY304" fmla="*/ 95512 h 456672"/>
              <a:gd name="connsiteX305" fmla="*/ 142821 w 457028"/>
              <a:gd name="connsiteY305" fmla="*/ 113901 h 456672"/>
              <a:gd name="connsiteX306" fmla="*/ 299925 w 457028"/>
              <a:gd name="connsiteY306" fmla="*/ 113901 h 456672"/>
              <a:gd name="connsiteX307" fmla="*/ 299925 w 457028"/>
              <a:gd name="connsiteY307" fmla="*/ 95512 h 456672"/>
              <a:gd name="connsiteX308" fmla="*/ 221373 w 457028"/>
              <a:gd name="connsiteY308" fmla="*/ 0 h 456672"/>
              <a:gd name="connsiteX309" fmla="*/ 314207 w 457028"/>
              <a:gd name="connsiteY309" fmla="*/ 89444 h 456672"/>
              <a:gd name="connsiteX310" fmla="*/ 314207 w 457028"/>
              <a:gd name="connsiteY310" fmla="*/ 113901 h 456672"/>
              <a:gd name="connsiteX311" fmla="*/ 328489 w 457028"/>
              <a:gd name="connsiteY311" fmla="*/ 113901 h 456672"/>
              <a:gd name="connsiteX312" fmla="*/ 328489 w 457028"/>
              <a:gd name="connsiteY312" fmla="*/ 128183 h 456672"/>
              <a:gd name="connsiteX313" fmla="*/ 314207 w 457028"/>
              <a:gd name="connsiteY313" fmla="*/ 128183 h 456672"/>
              <a:gd name="connsiteX314" fmla="*/ 314207 w 457028"/>
              <a:gd name="connsiteY314" fmla="*/ 228158 h 456672"/>
              <a:gd name="connsiteX315" fmla="*/ 328489 w 457028"/>
              <a:gd name="connsiteY315" fmla="*/ 228158 h 456672"/>
              <a:gd name="connsiteX316" fmla="*/ 328489 w 457028"/>
              <a:gd name="connsiteY316" fmla="*/ 242440 h 456672"/>
              <a:gd name="connsiteX317" fmla="*/ 314207 w 457028"/>
              <a:gd name="connsiteY317" fmla="*/ 242440 h 456672"/>
              <a:gd name="connsiteX318" fmla="*/ 314207 w 457028"/>
              <a:gd name="connsiteY318" fmla="*/ 256722 h 456672"/>
              <a:gd name="connsiteX319" fmla="*/ 357053 w 457028"/>
              <a:gd name="connsiteY319" fmla="*/ 256722 h 456672"/>
              <a:gd name="connsiteX320" fmla="*/ 357053 w 457028"/>
              <a:gd name="connsiteY320" fmla="*/ 214099 h 456672"/>
              <a:gd name="connsiteX321" fmla="*/ 385617 w 457028"/>
              <a:gd name="connsiteY321" fmla="*/ 214099 h 456672"/>
              <a:gd name="connsiteX322" fmla="*/ 385617 w 457028"/>
              <a:gd name="connsiteY322" fmla="*/ 185311 h 456672"/>
              <a:gd name="connsiteX323" fmla="*/ 399900 w 457028"/>
              <a:gd name="connsiteY323" fmla="*/ 185311 h 456672"/>
              <a:gd name="connsiteX324" fmla="*/ 399900 w 457028"/>
              <a:gd name="connsiteY324" fmla="*/ 214099 h 456672"/>
              <a:gd name="connsiteX325" fmla="*/ 442299 w 457028"/>
              <a:gd name="connsiteY325" fmla="*/ 214099 h 456672"/>
              <a:gd name="connsiteX326" fmla="*/ 442299 w 457028"/>
              <a:gd name="connsiteY326" fmla="*/ 256722 h 456672"/>
              <a:gd name="connsiteX327" fmla="*/ 457028 w 457028"/>
              <a:gd name="connsiteY327" fmla="*/ 256722 h 456672"/>
              <a:gd name="connsiteX328" fmla="*/ 457028 w 457028"/>
              <a:gd name="connsiteY328" fmla="*/ 456672 h 456672"/>
              <a:gd name="connsiteX329" fmla="*/ 0 w 457028"/>
              <a:gd name="connsiteY329" fmla="*/ 456672 h 456672"/>
              <a:gd name="connsiteX330" fmla="*/ 0 w 457028"/>
              <a:gd name="connsiteY330" fmla="*/ 171029 h 456672"/>
              <a:gd name="connsiteX331" fmla="*/ 14282 w 457028"/>
              <a:gd name="connsiteY331" fmla="*/ 171029 h 456672"/>
              <a:gd name="connsiteX332" fmla="*/ 14282 w 457028"/>
              <a:gd name="connsiteY332" fmla="*/ 142465 h 456672"/>
              <a:gd name="connsiteX333" fmla="*/ 57129 w 457028"/>
              <a:gd name="connsiteY333" fmla="*/ 142465 h 456672"/>
              <a:gd name="connsiteX334" fmla="*/ 57129 w 457028"/>
              <a:gd name="connsiteY334" fmla="*/ 113901 h 456672"/>
              <a:gd name="connsiteX335" fmla="*/ 71411 w 457028"/>
              <a:gd name="connsiteY335" fmla="*/ 113901 h 456672"/>
              <a:gd name="connsiteX336" fmla="*/ 71411 w 457028"/>
              <a:gd name="connsiteY336" fmla="*/ 142465 h 456672"/>
              <a:gd name="connsiteX337" fmla="*/ 99975 w 457028"/>
              <a:gd name="connsiteY337" fmla="*/ 142465 h 456672"/>
              <a:gd name="connsiteX338" fmla="*/ 99975 w 457028"/>
              <a:gd name="connsiteY338" fmla="*/ 171029 h 456672"/>
              <a:gd name="connsiteX339" fmla="*/ 128539 w 457028"/>
              <a:gd name="connsiteY339" fmla="*/ 171029 h 456672"/>
              <a:gd name="connsiteX340" fmla="*/ 128539 w 457028"/>
              <a:gd name="connsiteY340" fmla="*/ 128183 h 456672"/>
              <a:gd name="connsiteX341" fmla="*/ 114257 w 457028"/>
              <a:gd name="connsiteY341" fmla="*/ 128183 h 456672"/>
              <a:gd name="connsiteX342" fmla="*/ 114257 w 457028"/>
              <a:gd name="connsiteY342" fmla="*/ 113901 h 456672"/>
              <a:gd name="connsiteX343" fmla="*/ 128539 w 457028"/>
              <a:gd name="connsiteY343" fmla="*/ 113901 h 456672"/>
              <a:gd name="connsiteX344" fmla="*/ 128539 w 457028"/>
              <a:gd name="connsiteY344" fmla="*/ 89444 h 45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</a:cxnLst>
            <a:rect l="l" t="t" r="r" b="b"/>
            <a:pathLst>
              <a:path w="457028" h="456672">
                <a:moveTo>
                  <a:pt x="200396" y="413380"/>
                </a:moveTo>
                <a:lnTo>
                  <a:pt x="200396" y="442390"/>
                </a:lnTo>
                <a:lnTo>
                  <a:pt x="243242" y="442390"/>
                </a:lnTo>
                <a:lnTo>
                  <a:pt x="243242" y="413380"/>
                </a:lnTo>
                <a:close/>
                <a:moveTo>
                  <a:pt x="56682" y="399097"/>
                </a:moveTo>
                <a:lnTo>
                  <a:pt x="70964" y="399097"/>
                </a:lnTo>
                <a:lnTo>
                  <a:pt x="70964" y="413379"/>
                </a:lnTo>
                <a:lnTo>
                  <a:pt x="56682" y="413379"/>
                </a:lnTo>
                <a:close/>
                <a:moveTo>
                  <a:pt x="28118" y="399097"/>
                </a:moveTo>
                <a:lnTo>
                  <a:pt x="42400" y="399097"/>
                </a:lnTo>
                <a:lnTo>
                  <a:pt x="42400" y="413379"/>
                </a:lnTo>
                <a:lnTo>
                  <a:pt x="28118" y="413379"/>
                </a:lnTo>
                <a:close/>
                <a:moveTo>
                  <a:pt x="271360" y="370979"/>
                </a:moveTo>
                <a:lnTo>
                  <a:pt x="285642" y="370979"/>
                </a:lnTo>
                <a:lnTo>
                  <a:pt x="285642" y="385261"/>
                </a:lnTo>
                <a:lnTo>
                  <a:pt x="271360" y="385261"/>
                </a:lnTo>
                <a:close/>
                <a:moveTo>
                  <a:pt x="242796" y="370979"/>
                </a:moveTo>
                <a:lnTo>
                  <a:pt x="257078" y="370979"/>
                </a:lnTo>
                <a:lnTo>
                  <a:pt x="257078" y="385261"/>
                </a:lnTo>
                <a:lnTo>
                  <a:pt x="242796" y="385261"/>
                </a:lnTo>
                <a:close/>
                <a:moveTo>
                  <a:pt x="214232" y="370979"/>
                </a:moveTo>
                <a:lnTo>
                  <a:pt x="228514" y="370979"/>
                </a:lnTo>
                <a:lnTo>
                  <a:pt x="228514" y="385261"/>
                </a:lnTo>
                <a:lnTo>
                  <a:pt x="214232" y="385261"/>
                </a:lnTo>
                <a:close/>
                <a:moveTo>
                  <a:pt x="185668" y="370979"/>
                </a:moveTo>
                <a:lnTo>
                  <a:pt x="199950" y="370979"/>
                </a:lnTo>
                <a:lnTo>
                  <a:pt x="199950" y="385261"/>
                </a:lnTo>
                <a:lnTo>
                  <a:pt x="185668" y="385261"/>
                </a:lnTo>
                <a:close/>
                <a:moveTo>
                  <a:pt x="157103" y="370979"/>
                </a:moveTo>
                <a:lnTo>
                  <a:pt x="171385" y="370979"/>
                </a:lnTo>
                <a:lnTo>
                  <a:pt x="171385" y="385261"/>
                </a:lnTo>
                <a:lnTo>
                  <a:pt x="157103" y="385261"/>
                </a:lnTo>
                <a:close/>
                <a:moveTo>
                  <a:pt x="56682" y="370532"/>
                </a:moveTo>
                <a:lnTo>
                  <a:pt x="70964" y="370532"/>
                </a:lnTo>
                <a:lnTo>
                  <a:pt x="70964" y="384814"/>
                </a:lnTo>
                <a:lnTo>
                  <a:pt x="56682" y="384814"/>
                </a:lnTo>
                <a:close/>
                <a:moveTo>
                  <a:pt x="28118" y="370532"/>
                </a:moveTo>
                <a:lnTo>
                  <a:pt x="42400" y="370532"/>
                </a:lnTo>
                <a:lnTo>
                  <a:pt x="42400" y="384814"/>
                </a:lnTo>
                <a:lnTo>
                  <a:pt x="28118" y="384814"/>
                </a:lnTo>
                <a:close/>
                <a:moveTo>
                  <a:pt x="142821" y="356698"/>
                </a:moveTo>
                <a:lnTo>
                  <a:pt x="142821" y="442390"/>
                </a:lnTo>
                <a:lnTo>
                  <a:pt x="186114" y="442390"/>
                </a:lnTo>
                <a:lnTo>
                  <a:pt x="186114" y="413380"/>
                </a:lnTo>
                <a:lnTo>
                  <a:pt x="171386" y="413380"/>
                </a:lnTo>
                <a:lnTo>
                  <a:pt x="171386" y="399098"/>
                </a:lnTo>
                <a:lnTo>
                  <a:pt x="271360" y="399098"/>
                </a:lnTo>
                <a:lnTo>
                  <a:pt x="271360" y="413380"/>
                </a:lnTo>
                <a:lnTo>
                  <a:pt x="257524" y="413380"/>
                </a:lnTo>
                <a:lnTo>
                  <a:pt x="257524" y="442390"/>
                </a:lnTo>
                <a:lnTo>
                  <a:pt x="299925" y="442390"/>
                </a:lnTo>
                <a:lnTo>
                  <a:pt x="299925" y="356698"/>
                </a:lnTo>
                <a:close/>
                <a:moveTo>
                  <a:pt x="56682" y="341968"/>
                </a:moveTo>
                <a:lnTo>
                  <a:pt x="70964" y="341968"/>
                </a:lnTo>
                <a:lnTo>
                  <a:pt x="70964" y="356250"/>
                </a:lnTo>
                <a:lnTo>
                  <a:pt x="56682" y="356250"/>
                </a:lnTo>
                <a:close/>
                <a:moveTo>
                  <a:pt x="28118" y="341968"/>
                </a:moveTo>
                <a:lnTo>
                  <a:pt x="42400" y="341968"/>
                </a:lnTo>
                <a:lnTo>
                  <a:pt x="42400" y="356250"/>
                </a:lnTo>
                <a:lnTo>
                  <a:pt x="28118" y="356250"/>
                </a:lnTo>
                <a:close/>
                <a:moveTo>
                  <a:pt x="414182" y="313850"/>
                </a:moveTo>
                <a:lnTo>
                  <a:pt x="428018" y="313850"/>
                </a:lnTo>
                <a:lnTo>
                  <a:pt x="428018" y="328132"/>
                </a:lnTo>
                <a:lnTo>
                  <a:pt x="414182" y="328132"/>
                </a:lnTo>
                <a:close/>
                <a:moveTo>
                  <a:pt x="385617" y="313850"/>
                </a:moveTo>
                <a:lnTo>
                  <a:pt x="399899" y="313850"/>
                </a:lnTo>
                <a:lnTo>
                  <a:pt x="399899" y="328132"/>
                </a:lnTo>
                <a:lnTo>
                  <a:pt x="385617" y="328132"/>
                </a:lnTo>
                <a:close/>
                <a:moveTo>
                  <a:pt x="357053" y="313850"/>
                </a:moveTo>
                <a:lnTo>
                  <a:pt x="371335" y="313850"/>
                </a:lnTo>
                <a:lnTo>
                  <a:pt x="371335" y="328132"/>
                </a:lnTo>
                <a:lnTo>
                  <a:pt x="357053" y="328132"/>
                </a:lnTo>
                <a:close/>
                <a:moveTo>
                  <a:pt x="328489" y="313850"/>
                </a:moveTo>
                <a:lnTo>
                  <a:pt x="342771" y="313850"/>
                </a:lnTo>
                <a:lnTo>
                  <a:pt x="342771" y="328132"/>
                </a:lnTo>
                <a:lnTo>
                  <a:pt x="328489" y="328132"/>
                </a:lnTo>
                <a:close/>
                <a:moveTo>
                  <a:pt x="271360" y="313850"/>
                </a:moveTo>
                <a:lnTo>
                  <a:pt x="285642" y="313850"/>
                </a:lnTo>
                <a:lnTo>
                  <a:pt x="285642" y="328132"/>
                </a:lnTo>
                <a:lnTo>
                  <a:pt x="271360" y="328132"/>
                </a:lnTo>
                <a:close/>
                <a:moveTo>
                  <a:pt x="242796" y="313850"/>
                </a:moveTo>
                <a:lnTo>
                  <a:pt x="257078" y="313850"/>
                </a:lnTo>
                <a:lnTo>
                  <a:pt x="257078" y="328132"/>
                </a:lnTo>
                <a:lnTo>
                  <a:pt x="242796" y="328132"/>
                </a:lnTo>
                <a:close/>
                <a:moveTo>
                  <a:pt x="214232" y="313850"/>
                </a:moveTo>
                <a:lnTo>
                  <a:pt x="228514" y="313850"/>
                </a:lnTo>
                <a:lnTo>
                  <a:pt x="228514" y="328132"/>
                </a:lnTo>
                <a:lnTo>
                  <a:pt x="214232" y="328132"/>
                </a:lnTo>
                <a:close/>
                <a:moveTo>
                  <a:pt x="185668" y="313850"/>
                </a:moveTo>
                <a:lnTo>
                  <a:pt x="199950" y="313850"/>
                </a:lnTo>
                <a:lnTo>
                  <a:pt x="199950" y="328132"/>
                </a:lnTo>
                <a:lnTo>
                  <a:pt x="185668" y="328132"/>
                </a:lnTo>
                <a:close/>
                <a:moveTo>
                  <a:pt x="157103" y="313850"/>
                </a:moveTo>
                <a:lnTo>
                  <a:pt x="171385" y="313850"/>
                </a:lnTo>
                <a:lnTo>
                  <a:pt x="171385" y="328132"/>
                </a:lnTo>
                <a:lnTo>
                  <a:pt x="157103" y="328132"/>
                </a:lnTo>
                <a:close/>
                <a:moveTo>
                  <a:pt x="56682" y="313404"/>
                </a:moveTo>
                <a:lnTo>
                  <a:pt x="70964" y="313404"/>
                </a:lnTo>
                <a:lnTo>
                  <a:pt x="70964" y="327686"/>
                </a:lnTo>
                <a:lnTo>
                  <a:pt x="56682" y="327686"/>
                </a:lnTo>
                <a:close/>
                <a:moveTo>
                  <a:pt x="28118" y="313404"/>
                </a:moveTo>
                <a:lnTo>
                  <a:pt x="42400" y="313404"/>
                </a:lnTo>
                <a:lnTo>
                  <a:pt x="42400" y="327686"/>
                </a:lnTo>
                <a:lnTo>
                  <a:pt x="28118" y="327686"/>
                </a:lnTo>
                <a:close/>
                <a:moveTo>
                  <a:pt x="414182" y="285286"/>
                </a:moveTo>
                <a:lnTo>
                  <a:pt x="428018" y="285286"/>
                </a:lnTo>
                <a:lnTo>
                  <a:pt x="428018" y="299568"/>
                </a:lnTo>
                <a:lnTo>
                  <a:pt x="414182" y="299568"/>
                </a:lnTo>
                <a:close/>
                <a:moveTo>
                  <a:pt x="385617" y="285286"/>
                </a:moveTo>
                <a:lnTo>
                  <a:pt x="399899" y="285286"/>
                </a:lnTo>
                <a:lnTo>
                  <a:pt x="399899" y="299568"/>
                </a:lnTo>
                <a:lnTo>
                  <a:pt x="385617" y="299568"/>
                </a:lnTo>
                <a:close/>
                <a:moveTo>
                  <a:pt x="357053" y="285286"/>
                </a:moveTo>
                <a:lnTo>
                  <a:pt x="371335" y="285286"/>
                </a:lnTo>
                <a:lnTo>
                  <a:pt x="371335" y="299568"/>
                </a:lnTo>
                <a:lnTo>
                  <a:pt x="357053" y="299568"/>
                </a:lnTo>
                <a:close/>
                <a:moveTo>
                  <a:pt x="328489" y="285286"/>
                </a:moveTo>
                <a:lnTo>
                  <a:pt x="342771" y="285286"/>
                </a:lnTo>
                <a:lnTo>
                  <a:pt x="342771" y="299568"/>
                </a:lnTo>
                <a:lnTo>
                  <a:pt x="328489" y="299568"/>
                </a:lnTo>
                <a:close/>
                <a:moveTo>
                  <a:pt x="271360" y="285286"/>
                </a:moveTo>
                <a:lnTo>
                  <a:pt x="285642" y="285286"/>
                </a:lnTo>
                <a:lnTo>
                  <a:pt x="285642" y="299568"/>
                </a:lnTo>
                <a:lnTo>
                  <a:pt x="271360" y="299568"/>
                </a:lnTo>
                <a:close/>
                <a:moveTo>
                  <a:pt x="242796" y="285286"/>
                </a:moveTo>
                <a:lnTo>
                  <a:pt x="257078" y="285286"/>
                </a:lnTo>
                <a:lnTo>
                  <a:pt x="257078" y="299568"/>
                </a:lnTo>
                <a:lnTo>
                  <a:pt x="242796" y="299568"/>
                </a:lnTo>
                <a:close/>
                <a:moveTo>
                  <a:pt x="214232" y="285286"/>
                </a:moveTo>
                <a:lnTo>
                  <a:pt x="228514" y="285286"/>
                </a:lnTo>
                <a:lnTo>
                  <a:pt x="228514" y="299568"/>
                </a:lnTo>
                <a:lnTo>
                  <a:pt x="214232" y="299568"/>
                </a:lnTo>
                <a:close/>
                <a:moveTo>
                  <a:pt x="185668" y="285286"/>
                </a:moveTo>
                <a:lnTo>
                  <a:pt x="199950" y="285286"/>
                </a:lnTo>
                <a:lnTo>
                  <a:pt x="199950" y="299568"/>
                </a:lnTo>
                <a:lnTo>
                  <a:pt x="185668" y="299568"/>
                </a:lnTo>
                <a:close/>
                <a:moveTo>
                  <a:pt x="157103" y="285286"/>
                </a:moveTo>
                <a:lnTo>
                  <a:pt x="171385" y="285286"/>
                </a:lnTo>
                <a:lnTo>
                  <a:pt x="171385" y="299568"/>
                </a:lnTo>
                <a:lnTo>
                  <a:pt x="157103" y="299568"/>
                </a:lnTo>
                <a:close/>
                <a:moveTo>
                  <a:pt x="56682" y="284840"/>
                </a:moveTo>
                <a:lnTo>
                  <a:pt x="70964" y="284840"/>
                </a:lnTo>
                <a:lnTo>
                  <a:pt x="70964" y="299122"/>
                </a:lnTo>
                <a:lnTo>
                  <a:pt x="56682" y="299122"/>
                </a:lnTo>
                <a:close/>
                <a:moveTo>
                  <a:pt x="28118" y="284840"/>
                </a:moveTo>
                <a:lnTo>
                  <a:pt x="42400" y="284840"/>
                </a:lnTo>
                <a:lnTo>
                  <a:pt x="42400" y="299122"/>
                </a:lnTo>
                <a:lnTo>
                  <a:pt x="28118" y="299122"/>
                </a:lnTo>
                <a:close/>
                <a:moveTo>
                  <a:pt x="314207" y="271004"/>
                </a:moveTo>
                <a:lnTo>
                  <a:pt x="314207" y="342415"/>
                </a:lnTo>
                <a:lnTo>
                  <a:pt x="328489" y="342415"/>
                </a:lnTo>
                <a:lnTo>
                  <a:pt x="328489" y="356698"/>
                </a:lnTo>
                <a:lnTo>
                  <a:pt x="314207" y="356698"/>
                </a:lnTo>
                <a:lnTo>
                  <a:pt x="314207" y="442390"/>
                </a:lnTo>
                <a:lnTo>
                  <a:pt x="442746" y="442390"/>
                </a:lnTo>
                <a:lnTo>
                  <a:pt x="442746" y="271004"/>
                </a:lnTo>
                <a:close/>
                <a:moveTo>
                  <a:pt x="271360" y="256722"/>
                </a:moveTo>
                <a:lnTo>
                  <a:pt x="285642" y="256722"/>
                </a:lnTo>
                <a:lnTo>
                  <a:pt x="285642" y="271004"/>
                </a:lnTo>
                <a:lnTo>
                  <a:pt x="271360" y="271004"/>
                </a:lnTo>
                <a:close/>
                <a:moveTo>
                  <a:pt x="242796" y="256722"/>
                </a:moveTo>
                <a:lnTo>
                  <a:pt x="257078" y="256722"/>
                </a:lnTo>
                <a:lnTo>
                  <a:pt x="257078" y="271004"/>
                </a:lnTo>
                <a:lnTo>
                  <a:pt x="242796" y="271004"/>
                </a:lnTo>
                <a:close/>
                <a:moveTo>
                  <a:pt x="214232" y="256722"/>
                </a:moveTo>
                <a:lnTo>
                  <a:pt x="228514" y="256722"/>
                </a:lnTo>
                <a:lnTo>
                  <a:pt x="228514" y="271004"/>
                </a:lnTo>
                <a:lnTo>
                  <a:pt x="214232" y="271004"/>
                </a:lnTo>
                <a:close/>
                <a:moveTo>
                  <a:pt x="185668" y="256722"/>
                </a:moveTo>
                <a:lnTo>
                  <a:pt x="199950" y="256722"/>
                </a:lnTo>
                <a:lnTo>
                  <a:pt x="199950" y="271004"/>
                </a:lnTo>
                <a:lnTo>
                  <a:pt x="185668" y="271004"/>
                </a:lnTo>
                <a:close/>
                <a:moveTo>
                  <a:pt x="157103" y="256722"/>
                </a:moveTo>
                <a:lnTo>
                  <a:pt x="171385" y="256722"/>
                </a:lnTo>
                <a:lnTo>
                  <a:pt x="171385" y="271004"/>
                </a:lnTo>
                <a:lnTo>
                  <a:pt x="157103" y="271004"/>
                </a:lnTo>
                <a:close/>
                <a:moveTo>
                  <a:pt x="56682" y="256276"/>
                </a:moveTo>
                <a:lnTo>
                  <a:pt x="70964" y="256276"/>
                </a:lnTo>
                <a:lnTo>
                  <a:pt x="70964" y="270558"/>
                </a:lnTo>
                <a:lnTo>
                  <a:pt x="56682" y="270558"/>
                </a:lnTo>
                <a:close/>
                <a:moveTo>
                  <a:pt x="28118" y="256276"/>
                </a:moveTo>
                <a:lnTo>
                  <a:pt x="42400" y="256276"/>
                </a:lnTo>
                <a:lnTo>
                  <a:pt x="42400" y="270558"/>
                </a:lnTo>
                <a:lnTo>
                  <a:pt x="28118" y="270558"/>
                </a:lnTo>
                <a:close/>
                <a:moveTo>
                  <a:pt x="142821" y="242440"/>
                </a:moveTo>
                <a:lnTo>
                  <a:pt x="142821" y="342415"/>
                </a:lnTo>
                <a:lnTo>
                  <a:pt x="299925" y="342415"/>
                </a:lnTo>
                <a:lnTo>
                  <a:pt x="299925" y="256722"/>
                </a:lnTo>
                <a:lnTo>
                  <a:pt x="299925" y="242440"/>
                </a:lnTo>
                <a:close/>
                <a:moveTo>
                  <a:pt x="371335" y="228381"/>
                </a:moveTo>
                <a:lnTo>
                  <a:pt x="371335" y="256722"/>
                </a:lnTo>
                <a:lnTo>
                  <a:pt x="428017" y="256722"/>
                </a:lnTo>
                <a:lnTo>
                  <a:pt x="428017" y="228381"/>
                </a:lnTo>
                <a:close/>
                <a:moveTo>
                  <a:pt x="56682" y="227711"/>
                </a:moveTo>
                <a:lnTo>
                  <a:pt x="70964" y="227711"/>
                </a:lnTo>
                <a:lnTo>
                  <a:pt x="70964" y="241993"/>
                </a:lnTo>
                <a:lnTo>
                  <a:pt x="56682" y="241993"/>
                </a:lnTo>
                <a:close/>
                <a:moveTo>
                  <a:pt x="28118" y="227711"/>
                </a:moveTo>
                <a:lnTo>
                  <a:pt x="42400" y="227711"/>
                </a:lnTo>
                <a:lnTo>
                  <a:pt x="42400" y="241993"/>
                </a:lnTo>
                <a:lnTo>
                  <a:pt x="28118" y="241993"/>
                </a:lnTo>
                <a:close/>
                <a:moveTo>
                  <a:pt x="271360" y="199594"/>
                </a:moveTo>
                <a:lnTo>
                  <a:pt x="285642" y="199594"/>
                </a:lnTo>
                <a:lnTo>
                  <a:pt x="285642" y="213876"/>
                </a:lnTo>
                <a:lnTo>
                  <a:pt x="271360" y="213876"/>
                </a:lnTo>
                <a:close/>
                <a:moveTo>
                  <a:pt x="242796" y="199594"/>
                </a:moveTo>
                <a:lnTo>
                  <a:pt x="257078" y="199594"/>
                </a:lnTo>
                <a:lnTo>
                  <a:pt x="257078" y="213876"/>
                </a:lnTo>
                <a:lnTo>
                  <a:pt x="242796" y="213876"/>
                </a:lnTo>
                <a:close/>
                <a:moveTo>
                  <a:pt x="214232" y="199594"/>
                </a:moveTo>
                <a:lnTo>
                  <a:pt x="228514" y="199594"/>
                </a:lnTo>
                <a:lnTo>
                  <a:pt x="228514" y="213876"/>
                </a:lnTo>
                <a:lnTo>
                  <a:pt x="214232" y="213876"/>
                </a:lnTo>
                <a:close/>
                <a:moveTo>
                  <a:pt x="185668" y="199594"/>
                </a:moveTo>
                <a:lnTo>
                  <a:pt x="199950" y="199594"/>
                </a:lnTo>
                <a:lnTo>
                  <a:pt x="199950" y="213876"/>
                </a:lnTo>
                <a:lnTo>
                  <a:pt x="185668" y="213876"/>
                </a:lnTo>
                <a:close/>
                <a:moveTo>
                  <a:pt x="157103" y="199594"/>
                </a:moveTo>
                <a:lnTo>
                  <a:pt x="171385" y="199594"/>
                </a:lnTo>
                <a:lnTo>
                  <a:pt x="171385" y="213876"/>
                </a:lnTo>
                <a:lnTo>
                  <a:pt x="157103" y="213876"/>
                </a:lnTo>
                <a:close/>
                <a:moveTo>
                  <a:pt x="56682" y="199147"/>
                </a:moveTo>
                <a:lnTo>
                  <a:pt x="70964" y="199147"/>
                </a:lnTo>
                <a:lnTo>
                  <a:pt x="70964" y="213429"/>
                </a:lnTo>
                <a:lnTo>
                  <a:pt x="56682" y="213429"/>
                </a:lnTo>
                <a:close/>
                <a:moveTo>
                  <a:pt x="28118" y="199147"/>
                </a:moveTo>
                <a:lnTo>
                  <a:pt x="42400" y="199147"/>
                </a:lnTo>
                <a:lnTo>
                  <a:pt x="42400" y="213429"/>
                </a:lnTo>
                <a:lnTo>
                  <a:pt x="28118" y="213429"/>
                </a:lnTo>
                <a:close/>
                <a:moveTo>
                  <a:pt x="99975" y="185311"/>
                </a:moveTo>
                <a:lnTo>
                  <a:pt x="99975" y="442390"/>
                </a:lnTo>
                <a:lnTo>
                  <a:pt x="128539" y="442390"/>
                </a:lnTo>
                <a:lnTo>
                  <a:pt x="128539" y="356698"/>
                </a:lnTo>
                <a:lnTo>
                  <a:pt x="114257" y="356698"/>
                </a:lnTo>
                <a:lnTo>
                  <a:pt x="114257" y="342415"/>
                </a:lnTo>
                <a:lnTo>
                  <a:pt x="128539" y="342415"/>
                </a:lnTo>
                <a:lnTo>
                  <a:pt x="128539" y="242440"/>
                </a:lnTo>
                <a:lnTo>
                  <a:pt x="114257" y="242440"/>
                </a:lnTo>
                <a:lnTo>
                  <a:pt x="114257" y="228158"/>
                </a:lnTo>
                <a:lnTo>
                  <a:pt x="128539" y="228158"/>
                </a:lnTo>
                <a:lnTo>
                  <a:pt x="128539" y="185311"/>
                </a:lnTo>
                <a:close/>
                <a:moveTo>
                  <a:pt x="14282" y="185311"/>
                </a:moveTo>
                <a:lnTo>
                  <a:pt x="14282" y="442390"/>
                </a:lnTo>
                <a:lnTo>
                  <a:pt x="85693" y="442390"/>
                </a:lnTo>
                <a:lnTo>
                  <a:pt x="85693" y="185311"/>
                </a:lnTo>
                <a:close/>
                <a:moveTo>
                  <a:pt x="271360" y="171029"/>
                </a:moveTo>
                <a:lnTo>
                  <a:pt x="285642" y="171029"/>
                </a:lnTo>
                <a:lnTo>
                  <a:pt x="285642" y="185311"/>
                </a:lnTo>
                <a:lnTo>
                  <a:pt x="271360" y="185311"/>
                </a:lnTo>
                <a:close/>
                <a:moveTo>
                  <a:pt x="242796" y="171029"/>
                </a:moveTo>
                <a:lnTo>
                  <a:pt x="257078" y="171029"/>
                </a:lnTo>
                <a:lnTo>
                  <a:pt x="257078" y="185311"/>
                </a:lnTo>
                <a:lnTo>
                  <a:pt x="242796" y="185311"/>
                </a:lnTo>
                <a:close/>
                <a:moveTo>
                  <a:pt x="214232" y="171029"/>
                </a:moveTo>
                <a:lnTo>
                  <a:pt x="228514" y="171029"/>
                </a:lnTo>
                <a:lnTo>
                  <a:pt x="228514" y="185311"/>
                </a:lnTo>
                <a:lnTo>
                  <a:pt x="214232" y="185311"/>
                </a:lnTo>
                <a:close/>
                <a:moveTo>
                  <a:pt x="185668" y="171029"/>
                </a:moveTo>
                <a:lnTo>
                  <a:pt x="199950" y="171029"/>
                </a:lnTo>
                <a:lnTo>
                  <a:pt x="199950" y="185311"/>
                </a:lnTo>
                <a:lnTo>
                  <a:pt x="185668" y="185311"/>
                </a:lnTo>
                <a:close/>
                <a:moveTo>
                  <a:pt x="157103" y="171029"/>
                </a:moveTo>
                <a:lnTo>
                  <a:pt x="171385" y="171029"/>
                </a:lnTo>
                <a:lnTo>
                  <a:pt x="171385" y="185311"/>
                </a:lnTo>
                <a:lnTo>
                  <a:pt x="157103" y="185311"/>
                </a:lnTo>
                <a:close/>
                <a:moveTo>
                  <a:pt x="28564" y="156747"/>
                </a:moveTo>
                <a:lnTo>
                  <a:pt x="28564" y="171029"/>
                </a:lnTo>
                <a:lnTo>
                  <a:pt x="85693" y="171029"/>
                </a:lnTo>
                <a:lnTo>
                  <a:pt x="85693" y="156747"/>
                </a:lnTo>
                <a:close/>
                <a:moveTo>
                  <a:pt x="271360" y="142465"/>
                </a:moveTo>
                <a:lnTo>
                  <a:pt x="285642" y="142465"/>
                </a:lnTo>
                <a:lnTo>
                  <a:pt x="285642" y="156747"/>
                </a:lnTo>
                <a:lnTo>
                  <a:pt x="271360" y="156747"/>
                </a:lnTo>
                <a:close/>
                <a:moveTo>
                  <a:pt x="242796" y="142465"/>
                </a:moveTo>
                <a:lnTo>
                  <a:pt x="257078" y="142465"/>
                </a:lnTo>
                <a:lnTo>
                  <a:pt x="257078" y="156747"/>
                </a:lnTo>
                <a:lnTo>
                  <a:pt x="242796" y="156747"/>
                </a:lnTo>
                <a:close/>
                <a:moveTo>
                  <a:pt x="214232" y="142465"/>
                </a:moveTo>
                <a:lnTo>
                  <a:pt x="228514" y="142465"/>
                </a:lnTo>
                <a:lnTo>
                  <a:pt x="228514" y="156747"/>
                </a:lnTo>
                <a:lnTo>
                  <a:pt x="214232" y="156747"/>
                </a:lnTo>
                <a:close/>
                <a:moveTo>
                  <a:pt x="185668" y="142465"/>
                </a:moveTo>
                <a:lnTo>
                  <a:pt x="199950" y="142465"/>
                </a:lnTo>
                <a:lnTo>
                  <a:pt x="199950" y="156747"/>
                </a:lnTo>
                <a:lnTo>
                  <a:pt x="185668" y="156747"/>
                </a:lnTo>
                <a:close/>
                <a:moveTo>
                  <a:pt x="157103" y="142465"/>
                </a:moveTo>
                <a:lnTo>
                  <a:pt x="171385" y="142465"/>
                </a:lnTo>
                <a:lnTo>
                  <a:pt x="171385" y="156747"/>
                </a:lnTo>
                <a:lnTo>
                  <a:pt x="157103" y="156747"/>
                </a:lnTo>
                <a:close/>
                <a:moveTo>
                  <a:pt x="142821" y="128183"/>
                </a:moveTo>
                <a:lnTo>
                  <a:pt x="142821" y="228158"/>
                </a:lnTo>
                <a:lnTo>
                  <a:pt x="299925" y="228158"/>
                </a:lnTo>
                <a:lnTo>
                  <a:pt x="299925" y="128183"/>
                </a:lnTo>
                <a:close/>
                <a:moveTo>
                  <a:pt x="221373" y="71054"/>
                </a:moveTo>
                <a:cubicBezTo>
                  <a:pt x="217429" y="71054"/>
                  <a:pt x="214232" y="74251"/>
                  <a:pt x="214232" y="78195"/>
                </a:cubicBezTo>
                <a:cubicBezTo>
                  <a:pt x="214232" y="82139"/>
                  <a:pt x="217429" y="85336"/>
                  <a:pt x="221373" y="85336"/>
                </a:cubicBezTo>
                <a:cubicBezTo>
                  <a:pt x="225316" y="85333"/>
                  <a:pt x="228512" y="82138"/>
                  <a:pt x="228514" y="78195"/>
                </a:cubicBezTo>
                <a:cubicBezTo>
                  <a:pt x="228514" y="74251"/>
                  <a:pt x="225317" y="71054"/>
                  <a:pt x="221373" y="71054"/>
                </a:cubicBezTo>
                <a:close/>
                <a:moveTo>
                  <a:pt x="221373" y="56772"/>
                </a:moveTo>
                <a:cubicBezTo>
                  <a:pt x="233200" y="56785"/>
                  <a:pt x="242783" y="66369"/>
                  <a:pt x="242796" y="78195"/>
                </a:cubicBezTo>
                <a:cubicBezTo>
                  <a:pt x="242796" y="90027"/>
                  <a:pt x="233205" y="99618"/>
                  <a:pt x="221373" y="99618"/>
                </a:cubicBezTo>
                <a:cubicBezTo>
                  <a:pt x="209542" y="99618"/>
                  <a:pt x="199950" y="90027"/>
                  <a:pt x="199950" y="78195"/>
                </a:cubicBezTo>
                <a:cubicBezTo>
                  <a:pt x="199950" y="66363"/>
                  <a:pt x="209542" y="56772"/>
                  <a:pt x="221373" y="56772"/>
                </a:cubicBezTo>
                <a:close/>
                <a:moveTo>
                  <a:pt x="221373" y="19833"/>
                </a:moveTo>
                <a:lnTo>
                  <a:pt x="142821" y="95512"/>
                </a:lnTo>
                <a:lnTo>
                  <a:pt x="142821" y="113901"/>
                </a:lnTo>
                <a:lnTo>
                  <a:pt x="299925" y="113901"/>
                </a:lnTo>
                <a:lnTo>
                  <a:pt x="299925" y="95512"/>
                </a:lnTo>
                <a:close/>
                <a:moveTo>
                  <a:pt x="221373" y="0"/>
                </a:moveTo>
                <a:lnTo>
                  <a:pt x="314207" y="89444"/>
                </a:lnTo>
                <a:lnTo>
                  <a:pt x="314207" y="113901"/>
                </a:lnTo>
                <a:lnTo>
                  <a:pt x="328489" y="113901"/>
                </a:lnTo>
                <a:lnTo>
                  <a:pt x="328489" y="128183"/>
                </a:lnTo>
                <a:lnTo>
                  <a:pt x="314207" y="128183"/>
                </a:lnTo>
                <a:lnTo>
                  <a:pt x="314207" y="228158"/>
                </a:lnTo>
                <a:lnTo>
                  <a:pt x="328489" y="228158"/>
                </a:lnTo>
                <a:lnTo>
                  <a:pt x="328489" y="242440"/>
                </a:lnTo>
                <a:lnTo>
                  <a:pt x="314207" y="242440"/>
                </a:lnTo>
                <a:lnTo>
                  <a:pt x="314207" y="256722"/>
                </a:lnTo>
                <a:lnTo>
                  <a:pt x="357053" y="256722"/>
                </a:lnTo>
                <a:lnTo>
                  <a:pt x="357053" y="214099"/>
                </a:lnTo>
                <a:lnTo>
                  <a:pt x="385617" y="214099"/>
                </a:lnTo>
                <a:lnTo>
                  <a:pt x="385617" y="185311"/>
                </a:lnTo>
                <a:lnTo>
                  <a:pt x="399900" y="185311"/>
                </a:lnTo>
                <a:lnTo>
                  <a:pt x="399900" y="214099"/>
                </a:lnTo>
                <a:lnTo>
                  <a:pt x="442299" y="214099"/>
                </a:lnTo>
                <a:lnTo>
                  <a:pt x="442299" y="256722"/>
                </a:lnTo>
                <a:lnTo>
                  <a:pt x="457028" y="256722"/>
                </a:lnTo>
                <a:lnTo>
                  <a:pt x="457028" y="456672"/>
                </a:lnTo>
                <a:lnTo>
                  <a:pt x="0" y="456672"/>
                </a:lnTo>
                <a:lnTo>
                  <a:pt x="0" y="171029"/>
                </a:lnTo>
                <a:lnTo>
                  <a:pt x="14282" y="171029"/>
                </a:lnTo>
                <a:lnTo>
                  <a:pt x="14282" y="142465"/>
                </a:lnTo>
                <a:lnTo>
                  <a:pt x="57129" y="142465"/>
                </a:lnTo>
                <a:lnTo>
                  <a:pt x="57129" y="113901"/>
                </a:lnTo>
                <a:lnTo>
                  <a:pt x="71411" y="113901"/>
                </a:lnTo>
                <a:lnTo>
                  <a:pt x="71411" y="142465"/>
                </a:lnTo>
                <a:lnTo>
                  <a:pt x="99975" y="142465"/>
                </a:lnTo>
                <a:lnTo>
                  <a:pt x="99975" y="171029"/>
                </a:lnTo>
                <a:lnTo>
                  <a:pt x="128539" y="171029"/>
                </a:lnTo>
                <a:lnTo>
                  <a:pt x="128539" y="128183"/>
                </a:lnTo>
                <a:lnTo>
                  <a:pt x="114257" y="128183"/>
                </a:lnTo>
                <a:lnTo>
                  <a:pt x="114257" y="113901"/>
                </a:lnTo>
                <a:lnTo>
                  <a:pt x="128539" y="113901"/>
                </a:lnTo>
                <a:lnTo>
                  <a:pt x="128539" y="89444"/>
                </a:lnTo>
                <a:close/>
              </a:path>
            </a:pathLst>
          </a:custGeom>
          <a:solidFill>
            <a:schemeClr val="bg1"/>
          </a:solidFill>
          <a:ln w="8507" cap="flat">
            <a:noFill/>
            <a:prstDash val="solid"/>
            <a:miter/>
          </a:ln>
        </p:spPr>
        <p:txBody>
          <a:bodyPr wrap="square" rtlCol="0" anchor="ctr">
            <a:normAutofit/>
          </a:bodyPr>
          <a:lstStyle/>
          <a:p>
            <a:pPr defTabSz="457200">
              <a:lnSpc>
                <a:spcPct val="120000"/>
              </a:lnSpc>
            </a:pPr>
            <a:endParaRPr lang="zh-CN" altLang="en-US">
              <a:solidFill>
                <a:srgbClr val="22222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任意形状 93"/>
          <p:cNvSpPr/>
          <p:nvPr>
            <p:custDataLst>
              <p:tags r:id="rId8"/>
            </p:custDataLst>
          </p:nvPr>
        </p:nvSpPr>
        <p:spPr>
          <a:xfrm>
            <a:off x="7123191" y="4555025"/>
            <a:ext cx="535070" cy="610425"/>
          </a:xfrm>
          <a:custGeom>
            <a:avLst/>
            <a:gdLst>
              <a:gd name="connsiteX0" fmla="*/ 357271 w 400688"/>
              <a:gd name="connsiteY0" fmla="*/ 429586 h 457118"/>
              <a:gd name="connsiteX1" fmla="*/ 357298 w 400688"/>
              <a:gd name="connsiteY1" fmla="*/ 442836 h 457118"/>
              <a:gd name="connsiteX2" fmla="*/ 386378 w 400688"/>
              <a:gd name="connsiteY2" fmla="*/ 442836 h 457118"/>
              <a:gd name="connsiteX3" fmla="*/ 386351 w 400688"/>
              <a:gd name="connsiteY3" fmla="*/ 429586 h 457118"/>
              <a:gd name="connsiteX4" fmla="*/ 57342 w 400688"/>
              <a:gd name="connsiteY4" fmla="*/ 429586 h 457118"/>
              <a:gd name="connsiteX5" fmla="*/ 57369 w 400688"/>
              <a:gd name="connsiteY5" fmla="*/ 442836 h 457118"/>
              <a:gd name="connsiteX6" fmla="*/ 343016 w 400688"/>
              <a:gd name="connsiteY6" fmla="*/ 442836 h 457118"/>
              <a:gd name="connsiteX7" fmla="*/ 342989 w 400688"/>
              <a:gd name="connsiteY7" fmla="*/ 429586 h 457118"/>
              <a:gd name="connsiteX8" fmla="*/ 14540 w 400688"/>
              <a:gd name="connsiteY8" fmla="*/ 429586 h 457118"/>
              <a:gd name="connsiteX9" fmla="*/ 14568 w 400688"/>
              <a:gd name="connsiteY9" fmla="*/ 442836 h 457118"/>
              <a:gd name="connsiteX10" fmla="*/ 43087 w 400688"/>
              <a:gd name="connsiteY10" fmla="*/ 442836 h 457118"/>
              <a:gd name="connsiteX11" fmla="*/ 43060 w 400688"/>
              <a:gd name="connsiteY11" fmla="*/ 429586 h 457118"/>
              <a:gd name="connsiteX12" fmla="*/ 321418 w 400688"/>
              <a:gd name="connsiteY12" fmla="*/ 385707 h 457118"/>
              <a:gd name="connsiteX13" fmla="*/ 321418 w 400688"/>
              <a:gd name="connsiteY13" fmla="*/ 399947 h 457118"/>
              <a:gd name="connsiteX14" fmla="*/ 314269 w 400688"/>
              <a:gd name="connsiteY14" fmla="*/ 399940 h 457118"/>
              <a:gd name="connsiteX15" fmla="*/ 314262 w 400688"/>
              <a:gd name="connsiteY15" fmla="*/ 399940 h 457118"/>
              <a:gd name="connsiteX16" fmla="*/ 307212 w 400688"/>
              <a:gd name="connsiteY16" fmla="*/ 406984 h 457118"/>
              <a:gd name="connsiteX17" fmla="*/ 307212 w 400688"/>
              <a:gd name="connsiteY17" fmla="*/ 406994 h 457118"/>
              <a:gd name="connsiteX18" fmla="*/ 314248 w 400688"/>
              <a:gd name="connsiteY18" fmla="*/ 414041 h 457118"/>
              <a:gd name="connsiteX19" fmla="*/ 342827 w 400688"/>
              <a:gd name="connsiteY19" fmla="*/ 414101 h 457118"/>
              <a:gd name="connsiteX20" fmla="*/ 342834 w 400688"/>
              <a:gd name="connsiteY20" fmla="*/ 414101 h 457118"/>
              <a:gd name="connsiteX21" fmla="*/ 349888 w 400688"/>
              <a:gd name="connsiteY21" fmla="*/ 407054 h 457118"/>
              <a:gd name="connsiteX22" fmla="*/ 342841 w 400688"/>
              <a:gd name="connsiteY22" fmla="*/ 400000 h 457118"/>
              <a:gd name="connsiteX23" fmla="*/ 335707 w 400688"/>
              <a:gd name="connsiteY23" fmla="*/ 399989 h 457118"/>
              <a:gd name="connsiteX24" fmla="*/ 335707 w 400688"/>
              <a:gd name="connsiteY24" fmla="*/ 385707 h 457118"/>
              <a:gd name="connsiteX25" fmla="*/ 235726 w 400688"/>
              <a:gd name="connsiteY25" fmla="*/ 385707 h 457118"/>
              <a:gd name="connsiteX26" fmla="*/ 235726 w 400688"/>
              <a:gd name="connsiteY26" fmla="*/ 399947 h 457118"/>
              <a:gd name="connsiteX27" fmla="*/ 228577 w 400688"/>
              <a:gd name="connsiteY27" fmla="*/ 399940 h 457118"/>
              <a:gd name="connsiteX28" fmla="*/ 228570 w 400688"/>
              <a:gd name="connsiteY28" fmla="*/ 399940 h 457118"/>
              <a:gd name="connsiteX29" fmla="*/ 221520 w 400688"/>
              <a:gd name="connsiteY29" fmla="*/ 406984 h 457118"/>
              <a:gd name="connsiteX30" fmla="*/ 221520 w 400688"/>
              <a:gd name="connsiteY30" fmla="*/ 406994 h 457118"/>
              <a:gd name="connsiteX31" fmla="*/ 228556 w 400688"/>
              <a:gd name="connsiteY31" fmla="*/ 414041 h 457118"/>
              <a:gd name="connsiteX32" fmla="*/ 257135 w 400688"/>
              <a:gd name="connsiteY32" fmla="*/ 414101 h 457118"/>
              <a:gd name="connsiteX33" fmla="*/ 257142 w 400688"/>
              <a:gd name="connsiteY33" fmla="*/ 414101 h 457118"/>
              <a:gd name="connsiteX34" fmla="*/ 264196 w 400688"/>
              <a:gd name="connsiteY34" fmla="*/ 407054 h 457118"/>
              <a:gd name="connsiteX35" fmla="*/ 257149 w 400688"/>
              <a:gd name="connsiteY35" fmla="*/ 400000 h 457118"/>
              <a:gd name="connsiteX36" fmla="*/ 250015 w 400688"/>
              <a:gd name="connsiteY36" fmla="*/ 399989 h 457118"/>
              <a:gd name="connsiteX37" fmla="*/ 250015 w 400688"/>
              <a:gd name="connsiteY37" fmla="*/ 385707 h 457118"/>
              <a:gd name="connsiteX38" fmla="*/ 150033 w 400688"/>
              <a:gd name="connsiteY38" fmla="*/ 385707 h 457118"/>
              <a:gd name="connsiteX39" fmla="*/ 150033 w 400688"/>
              <a:gd name="connsiteY39" fmla="*/ 399947 h 457118"/>
              <a:gd name="connsiteX40" fmla="*/ 142885 w 400688"/>
              <a:gd name="connsiteY40" fmla="*/ 399940 h 457118"/>
              <a:gd name="connsiteX41" fmla="*/ 142878 w 400688"/>
              <a:gd name="connsiteY41" fmla="*/ 399940 h 457118"/>
              <a:gd name="connsiteX42" fmla="*/ 135824 w 400688"/>
              <a:gd name="connsiteY42" fmla="*/ 406987 h 457118"/>
              <a:gd name="connsiteX43" fmla="*/ 142864 w 400688"/>
              <a:gd name="connsiteY43" fmla="*/ 414041 h 457118"/>
              <a:gd name="connsiteX44" fmla="*/ 171446 w 400688"/>
              <a:gd name="connsiteY44" fmla="*/ 414101 h 457118"/>
              <a:gd name="connsiteX45" fmla="*/ 171453 w 400688"/>
              <a:gd name="connsiteY45" fmla="*/ 414101 h 457118"/>
              <a:gd name="connsiteX46" fmla="*/ 178480 w 400688"/>
              <a:gd name="connsiteY46" fmla="*/ 407073 h 457118"/>
              <a:gd name="connsiteX47" fmla="*/ 171453 w 400688"/>
              <a:gd name="connsiteY47" fmla="*/ 400000 h 457118"/>
              <a:gd name="connsiteX48" fmla="*/ 164322 w 400688"/>
              <a:gd name="connsiteY48" fmla="*/ 399989 h 457118"/>
              <a:gd name="connsiteX49" fmla="*/ 164322 w 400688"/>
              <a:gd name="connsiteY49" fmla="*/ 385707 h 457118"/>
              <a:gd name="connsiteX50" fmla="*/ 64339 w 400688"/>
              <a:gd name="connsiteY50" fmla="*/ 385707 h 457118"/>
              <a:gd name="connsiteX51" fmla="*/ 64339 w 400688"/>
              <a:gd name="connsiteY51" fmla="*/ 399947 h 457118"/>
              <a:gd name="connsiteX52" fmla="*/ 57191 w 400688"/>
              <a:gd name="connsiteY52" fmla="*/ 399940 h 457118"/>
              <a:gd name="connsiteX53" fmla="*/ 57184 w 400688"/>
              <a:gd name="connsiteY53" fmla="*/ 399940 h 457118"/>
              <a:gd name="connsiteX54" fmla="*/ 50130 w 400688"/>
              <a:gd name="connsiteY54" fmla="*/ 406987 h 457118"/>
              <a:gd name="connsiteX55" fmla="*/ 57170 w 400688"/>
              <a:gd name="connsiteY55" fmla="*/ 414041 h 457118"/>
              <a:gd name="connsiteX56" fmla="*/ 85752 w 400688"/>
              <a:gd name="connsiteY56" fmla="*/ 414101 h 457118"/>
              <a:gd name="connsiteX57" fmla="*/ 85759 w 400688"/>
              <a:gd name="connsiteY57" fmla="*/ 414101 h 457118"/>
              <a:gd name="connsiteX58" fmla="*/ 92787 w 400688"/>
              <a:gd name="connsiteY58" fmla="*/ 407073 h 457118"/>
              <a:gd name="connsiteX59" fmla="*/ 85759 w 400688"/>
              <a:gd name="connsiteY59" fmla="*/ 400000 h 457118"/>
              <a:gd name="connsiteX60" fmla="*/ 78629 w 400688"/>
              <a:gd name="connsiteY60" fmla="*/ 399989 h 457118"/>
              <a:gd name="connsiteX61" fmla="*/ 78629 w 400688"/>
              <a:gd name="connsiteY61" fmla="*/ 385707 h 457118"/>
              <a:gd name="connsiteX62" fmla="*/ 321418 w 400688"/>
              <a:gd name="connsiteY62" fmla="*/ 300015 h 457118"/>
              <a:gd name="connsiteX63" fmla="*/ 321418 w 400688"/>
              <a:gd name="connsiteY63" fmla="*/ 371425 h 457118"/>
              <a:gd name="connsiteX64" fmla="*/ 335707 w 400688"/>
              <a:gd name="connsiteY64" fmla="*/ 371425 h 457118"/>
              <a:gd name="connsiteX65" fmla="*/ 335707 w 400688"/>
              <a:gd name="connsiteY65" fmla="*/ 300015 h 457118"/>
              <a:gd name="connsiteX66" fmla="*/ 235726 w 400688"/>
              <a:gd name="connsiteY66" fmla="*/ 300015 h 457118"/>
              <a:gd name="connsiteX67" fmla="*/ 235726 w 400688"/>
              <a:gd name="connsiteY67" fmla="*/ 371425 h 457118"/>
              <a:gd name="connsiteX68" fmla="*/ 250015 w 400688"/>
              <a:gd name="connsiteY68" fmla="*/ 371425 h 457118"/>
              <a:gd name="connsiteX69" fmla="*/ 250015 w 400688"/>
              <a:gd name="connsiteY69" fmla="*/ 300015 h 457118"/>
              <a:gd name="connsiteX70" fmla="*/ 150033 w 400688"/>
              <a:gd name="connsiteY70" fmla="*/ 300015 h 457118"/>
              <a:gd name="connsiteX71" fmla="*/ 150033 w 400688"/>
              <a:gd name="connsiteY71" fmla="*/ 371425 h 457118"/>
              <a:gd name="connsiteX72" fmla="*/ 164322 w 400688"/>
              <a:gd name="connsiteY72" fmla="*/ 371425 h 457118"/>
              <a:gd name="connsiteX73" fmla="*/ 164322 w 400688"/>
              <a:gd name="connsiteY73" fmla="*/ 300015 h 457118"/>
              <a:gd name="connsiteX74" fmla="*/ 64339 w 400688"/>
              <a:gd name="connsiteY74" fmla="*/ 300015 h 457118"/>
              <a:gd name="connsiteX75" fmla="*/ 64339 w 400688"/>
              <a:gd name="connsiteY75" fmla="*/ 371425 h 457118"/>
              <a:gd name="connsiteX76" fmla="*/ 78629 w 400688"/>
              <a:gd name="connsiteY76" fmla="*/ 371425 h 457118"/>
              <a:gd name="connsiteX77" fmla="*/ 78629 w 400688"/>
              <a:gd name="connsiteY77" fmla="*/ 300015 h 457118"/>
              <a:gd name="connsiteX78" fmla="*/ 319296 w 400688"/>
              <a:gd name="connsiteY78" fmla="*/ 257169 h 457118"/>
              <a:gd name="connsiteX79" fmla="*/ 314256 w 400688"/>
              <a:gd name="connsiteY79" fmla="*/ 257179 h 457118"/>
              <a:gd name="connsiteX80" fmla="*/ 307209 w 400688"/>
              <a:gd name="connsiteY80" fmla="*/ 264233 h 457118"/>
              <a:gd name="connsiteX81" fmla="*/ 314263 w 400688"/>
              <a:gd name="connsiteY81" fmla="*/ 271280 h 457118"/>
              <a:gd name="connsiteX82" fmla="*/ 314270 w 400688"/>
              <a:gd name="connsiteY82" fmla="*/ 271280 h 457118"/>
              <a:gd name="connsiteX83" fmla="*/ 321418 w 400688"/>
              <a:gd name="connsiteY83" fmla="*/ 271273 h 457118"/>
              <a:gd name="connsiteX84" fmla="*/ 321418 w 400688"/>
              <a:gd name="connsiteY84" fmla="*/ 285733 h 457118"/>
              <a:gd name="connsiteX85" fmla="*/ 335707 w 400688"/>
              <a:gd name="connsiteY85" fmla="*/ 285733 h 457118"/>
              <a:gd name="connsiteX86" fmla="*/ 335707 w 400688"/>
              <a:gd name="connsiteY86" fmla="*/ 271227 h 457118"/>
              <a:gd name="connsiteX87" fmla="*/ 342841 w 400688"/>
              <a:gd name="connsiteY87" fmla="*/ 271220 h 457118"/>
              <a:gd name="connsiteX88" fmla="*/ 342847 w 400688"/>
              <a:gd name="connsiteY88" fmla="*/ 271220 h 457118"/>
              <a:gd name="connsiteX89" fmla="*/ 349885 w 400688"/>
              <a:gd name="connsiteY89" fmla="*/ 264163 h 457118"/>
              <a:gd name="connsiteX90" fmla="*/ 343068 w 400688"/>
              <a:gd name="connsiteY90" fmla="*/ 257169 h 457118"/>
              <a:gd name="connsiteX91" fmla="*/ 277193 w 400688"/>
              <a:gd name="connsiteY91" fmla="*/ 257168 h 457118"/>
              <a:gd name="connsiteX92" fmla="*/ 277329 w 400688"/>
              <a:gd name="connsiteY92" fmla="*/ 257551 h 457118"/>
              <a:gd name="connsiteX93" fmla="*/ 264297 w 400688"/>
              <a:gd name="connsiteY93" fmla="*/ 284279 h 457118"/>
              <a:gd name="connsiteX94" fmla="*/ 264297 w 400688"/>
              <a:gd name="connsiteY94" fmla="*/ 386952 h 457118"/>
              <a:gd name="connsiteX95" fmla="*/ 265450 w 400688"/>
              <a:gd name="connsiteY95" fmla="*/ 387399 h 457118"/>
              <a:gd name="connsiteX96" fmla="*/ 276801 w 400688"/>
              <a:gd name="connsiteY96" fmla="*/ 415304 h 457118"/>
              <a:gd name="connsiteX97" fmla="*/ 294622 w 400688"/>
              <a:gd name="connsiteY97" fmla="*/ 415304 h 457118"/>
              <a:gd name="connsiteX98" fmla="*/ 294156 w 400688"/>
              <a:gd name="connsiteY98" fmla="*/ 414103 h 457118"/>
              <a:gd name="connsiteX99" fmla="*/ 307136 w 400688"/>
              <a:gd name="connsiteY99" fmla="*/ 386872 h 457118"/>
              <a:gd name="connsiteX100" fmla="*/ 307136 w 400688"/>
              <a:gd name="connsiteY100" fmla="*/ 284348 h 457118"/>
              <a:gd name="connsiteX101" fmla="*/ 307123 w 400688"/>
              <a:gd name="connsiteY101" fmla="*/ 284344 h 457118"/>
              <a:gd name="connsiteX102" fmla="*/ 294206 w 400688"/>
              <a:gd name="connsiteY102" fmla="*/ 257168 h 457118"/>
              <a:gd name="connsiteX103" fmla="*/ 257376 w 400688"/>
              <a:gd name="connsiteY103" fmla="*/ 257168 h 457118"/>
              <a:gd name="connsiteX104" fmla="*/ 233604 w 400688"/>
              <a:gd name="connsiteY104" fmla="*/ 257169 h 457118"/>
              <a:gd name="connsiteX105" fmla="*/ 228563 w 400688"/>
              <a:gd name="connsiteY105" fmla="*/ 257179 h 457118"/>
              <a:gd name="connsiteX106" fmla="*/ 221517 w 400688"/>
              <a:gd name="connsiteY106" fmla="*/ 264233 h 457118"/>
              <a:gd name="connsiteX107" fmla="*/ 228570 w 400688"/>
              <a:gd name="connsiteY107" fmla="*/ 271280 h 457118"/>
              <a:gd name="connsiteX108" fmla="*/ 228578 w 400688"/>
              <a:gd name="connsiteY108" fmla="*/ 271280 h 457118"/>
              <a:gd name="connsiteX109" fmla="*/ 235726 w 400688"/>
              <a:gd name="connsiteY109" fmla="*/ 271273 h 457118"/>
              <a:gd name="connsiteX110" fmla="*/ 235726 w 400688"/>
              <a:gd name="connsiteY110" fmla="*/ 285733 h 457118"/>
              <a:gd name="connsiteX111" fmla="*/ 250015 w 400688"/>
              <a:gd name="connsiteY111" fmla="*/ 285733 h 457118"/>
              <a:gd name="connsiteX112" fmla="*/ 250015 w 400688"/>
              <a:gd name="connsiteY112" fmla="*/ 271227 h 457118"/>
              <a:gd name="connsiteX113" fmla="*/ 257149 w 400688"/>
              <a:gd name="connsiteY113" fmla="*/ 271220 h 457118"/>
              <a:gd name="connsiteX114" fmla="*/ 264179 w 400688"/>
              <a:gd name="connsiteY114" fmla="*/ 264414 h 457118"/>
              <a:gd name="connsiteX115" fmla="*/ 257376 w 400688"/>
              <a:gd name="connsiteY115" fmla="*/ 257168 h 457118"/>
              <a:gd name="connsiteX116" fmla="*/ 191519 w 400688"/>
              <a:gd name="connsiteY116" fmla="*/ 257168 h 457118"/>
              <a:gd name="connsiteX117" fmla="*/ 191612 w 400688"/>
              <a:gd name="connsiteY117" fmla="*/ 257431 h 457118"/>
              <a:gd name="connsiteX118" fmla="*/ 178604 w 400688"/>
              <a:gd name="connsiteY118" fmla="*/ 284279 h 457118"/>
              <a:gd name="connsiteX119" fmla="*/ 178604 w 400688"/>
              <a:gd name="connsiteY119" fmla="*/ 386942 h 457118"/>
              <a:gd name="connsiteX120" fmla="*/ 179643 w 400688"/>
              <a:gd name="connsiteY120" fmla="*/ 387344 h 457118"/>
              <a:gd name="connsiteX121" fmla="*/ 191123 w 400688"/>
              <a:gd name="connsiteY121" fmla="*/ 415304 h 457118"/>
              <a:gd name="connsiteX122" fmla="*/ 208929 w 400688"/>
              <a:gd name="connsiteY122" fmla="*/ 415304 h 457118"/>
              <a:gd name="connsiteX123" fmla="*/ 208465 w 400688"/>
              <a:gd name="connsiteY123" fmla="*/ 414109 h 457118"/>
              <a:gd name="connsiteX124" fmla="*/ 221444 w 400688"/>
              <a:gd name="connsiteY124" fmla="*/ 386872 h 457118"/>
              <a:gd name="connsiteX125" fmla="*/ 221444 w 400688"/>
              <a:gd name="connsiteY125" fmla="*/ 284348 h 457118"/>
              <a:gd name="connsiteX126" fmla="*/ 213501 w 400688"/>
              <a:gd name="connsiteY126" fmla="*/ 279327 h 457118"/>
              <a:gd name="connsiteX127" fmla="*/ 208512 w 400688"/>
              <a:gd name="connsiteY127" fmla="*/ 257168 h 457118"/>
              <a:gd name="connsiteX128" fmla="*/ 171693 w 400688"/>
              <a:gd name="connsiteY128" fmla="*/ 257168 h 457118"/>
              <a:gd name="connsiteX129" fmla="*/ 147912 w 400688"/>
              <a:gd name="connsiteY129" fmla="*/ 257169 h 457118"/>
              <a:gd name="connsiteX130" fmla="*/ 142871 w 400688"/>
              <a:gd name="connsiteY130" fmla="*/ 257179 h 457118"/>
              <a:gd name="connsiteX131" fmla="*/ 135824 w 400688"/>
              <a:gd name="connsiteY131" fmla="*/ 264233 h 457118"/>
              <a:gd name="connsiteX132" fmla="*/ 142878 w 400688"/>
              <a:gd name="connsiteY132" fmla="*/ 271280 h 457118"/>
              <a:gd name="connsiteX133" fmla="*/ 142885 w 400688"/>
              <a:gd name="connsiteY133" fmla="*/ 271280 h 457118"/>
              <a:gd name="connsiteX134" fmla="*/ 150033 w 400688"/>
              <a:gd name="connsiteY134" fmla="*/ 271273 h 457118"/>
              <a:gd name="connsiteX135" fmla="*/ 150033 w 400688"/>
              <a:gd name="connsiteY135" fmla="*/ 285733 h 457118"/>
              <a:gd name="connsiteX136" fmla="*/ 164322 w 400688"/>
              <a:gd name="connsiteY136" fmla="*/ 285733 h 457118"/>
              <a:gd name="connsiteX137" fmla="*/ 164322 w 400688"/>
              <a:gd name="connsiteY137" fmla="*/ 271227 h 457118"/>
              <a:gd name="connsiteX138" fmla="*/ 171456 w 400688"/>
              <a:gd name="connsiteY138" fmla="*/ 271220 h 457118"/>
              <a:gd name="connsiteX139" fmla="*/ 178482 w 400688"/>
              <a:gd name="connsiteY139" fmla="*/ 264427 h 457118"/>
              <a:gd name="connsiteX140" fmla="*/ 171693 w 400688"/>
              <a:gd name="connsiteY140" fmla="*/ 257168 h 457118"/>
              <a:gd name="connsiteX141" fmla="*/ 105826 w 400688"/>
              <a:gd name="connsiteY141" fmla="*/ 257168 h 457118"/>
              <a:gd name="connsiteX142" fmla="*/ 105919 w 400688"/>
              <a:gd name="connsiteY142" fmla="*/ 257431 h 457118"/>
              <a:gd name="connsiteX143" fmla="*/ 92911 w 400688"/>
              <a:gd name="connsiteY143" fmla="*/ 284279 h 457118"/>
              <a:gd name="connsiteX144" fmla="*/ 92911 w 400688"/>
              <a:gd name="connsiteY144" fmla="*/ 386942 h 457118"/>
              <a:gd name="connsiteX145" fmla="*/ 100854 w 400688"/>
              <a:gd name="connsiteY145" fmla="*/ 391984 h 457118"/>
              <a:gd name="connsiteX146" fmla="*/ 105430 w 400688"/>
              <a:gd name="connsiteY146" fmla="*/ 415304 h 457118"/>
              <a:gd name="connsiteX147" fmla="*/ 123234 w 400688"/>
              <a:gd name="connsiteY147" fmla="*/ 415304 h 457118"/>
              <a:gd name="connsiteX148" fmla="*/ 122763 w 400688"/>
              <a:gd name="connsiteY148" fmla="*/ 414091 h 457118"/>
              <a:gd name="connsiteX149" fmla="*/ 135751 w 400688"/>
              <a:gd name="connsiteY149" fmla="*/ 386882 h 457118"/>
              <a:gd name="connsiteX150" fmla="*/ 135751 w 400688"/>
              <a:gd name="connsiteY150" fmla="*/ 284338 h 457118"/>
              <a:gd name="connsiteX151" fmla="*/ 135414 w 400688"/>
              <a:gd name="connsiteY151" fmla="*/ 284218 h 457118"/>
              <a:gd name="connsiteX152" fmla="*/ 122818 w 400688"/>
              <a:gd name="connsiteY152" fmla="*/ 257168 h 457118"/>
              <a:gd name="connsiteX153" fmla="*/ 85999 w 400688"/>
              <a:gd name="connsiteY153" fmla="*/ 257168 h 457118"/>
              <a:gd name="connsiteX154" fmla="*/ 62218 w 400688"/>
              <a:gd name="connsiteY154" fmla="*/ 257169 h 457118"/>
              <a:gd name="connsiteX155" fmla="*/ 57177 w 400688"/>
              <a:gd name="connsiteY155" fmla="*/ 257179 h 457118"/>
              <a:gd name="connsiteX156" fmla="*/ 50130 w 400688"/>
              <a:gd name="connsiteY156" fmla="*/ 264233 h 457118"/>
              <a:gd name="connsiteX157" fmla="*/ 57184 w 400688"/>
              <a:gd name="connsiteY157" fmla="*/ 271280 h 457118"/>
              <a:gd name="connsiteX158" fmla="*/ 57191 w 400688"/>
              <a:gd name="connsiteY158" fmla="*/ 271280 h 457118"/>
              <a:gd name="connsiteX159" fmla="*/ 64339 w 400688"/>
              <a:gd name="connsiteY159" fmla="*/ 271273 h 457118"/>
              <a:gd name="connsiteX160" fmla="*/ 64339 w 400688"/>
              <a:gd name="connsiteY160" fmla="*/ 285733 h 457118"/>
              <a:gd name="connsiteX161" fmla="*/ 78629 w 400688"/>
              <a:gd name="connsiteY161" fmla="*/ 285733 h 457118"/>
              <a:gd name="connsiteX162" fmla="*/ 78629 w 400688"/>
              <a:gd name="connsiteY162" fmla="*/ 271227 h 457118"/>
              <a:gd name="connsiteX163" fmla="*/ 85763 w 400688"/>
              <a:gd name="connsiteY163" fmla="*/ 271220 h 457118"/>
              <a:gd name="connsiteX164" fmla="*/ 92788 w 400688"/>
              <a:gd name="connsiteY164" fmla="*/ 264427 h 457118"/>
              <a:gd name="connsiteX165" fmla="*/ 85999 w 400688"/>
              <a:gd name="connsiteY165" fmla="*/ 257168 h 457118"/>
              <a:gd name="connsiteX166" fmla="*/ 199881 w 400688"/>
              <a:gd name="connsiteY166" fmla="*/ 134616 h 457118"/>
              <a:gd name="connsiteX167" fmla="*/ 89636 w 400688"/>
              <a:gd name="connsiteY167" fmla="*/ 214455 h 457118"/>
              <a:gd name="connsiteX168" fmla="*/ 310296 w 400688"/>
              <a:gd name="connsiteY168" fmla="*/ 214187 h 457118"/>
              <a:gd name="connsiteX169" fmla="*/ 199860 w 400688"/>
              <a:gd name="connsiteY169" fmla="*/ 116994 h 457118"/>
              <a:gd name="connsiteX170" fmla="*/ 354467 w 400688"/>
              <a:gd name="connsiteY170" fmla="*/ 228413 h 457118"/>
              <a:gd name="connsiteX171" fmla="*/ 45493 w 400688"/>
              <a:gd name="connsiteY171" fmla="*/ 228793 h 457118"/>
              <a:gd name="connsiteX172" fmla="*/ 204581 w 400688"/>
              <a:gd name="connsiteY172" fmla="*/ 100218 h 457118"/>
              <a:gd name="connsiteX173" fmla="*/ 195519 w 400688"/>
              <a:gd name="connsiteY173" fmla="*/ 100233 h 457118"/>
              <a:gd name="connsiteX174" fmla="*/ 195522 w 400688"/>
              <a:gd name="connsiteY174" fmla="*/ 104654 h 457118"/>
              <a:gd name="connsiteX175" fmla="*/ 14289 w 400688"/>
              <a:gd name="connsiteY175" fmla="*/ 232129 h 457118"/>
              <a:gd name="connsiteX176" fmla="*/ 14303 w 400688"/>
              <a:gd name="connsiteY176" fmla="*/ 242886 h 457118"/>
              <a:gd name="connsiteX177" fmla="*/ 62195 w 400688"/>
              <a:gd name="connsiteY177" fmla="*/ 242886 h 457118"/>
              <a:gd name="connsiteX178" fmla="*/ 85724 w 400688"/>
              <a:gd name="connsiteY178" fmla="*/ 242837 h 457118"/>
              <a:gd name="connsiteX179" fmla="*/ 85742 w 400688"/>
              <a:gd name="connsiteY179" fmla="*/ 242837 h 457118"/>
              <a:gd name="connsiteX180" fmla="*/ 86242 w 400688"/>
              <a:gd name="connsiteY180" fmla="*/ 242886 h 457118"/>
              <a:gd name="connsiteX181" fmla="*/ 147889 w 400688"/>
              <a:gd name="connsiteY181" fmla="*/ 242886 h 457118"/>
              <a:gd name="connsiteX182" fmla="*/ 171418 w 400688"/>
              <a:gd name="connsiteY182" fmla="*/ 242837 h 457118"/>
              <a:gd name="connsiteX183" fmla="*/ 171435 w 400688"/>
              <a:gd name="connsiteY183" fmla="*/ 242837 h 457118"/>
              <a:gd name="connsiteX184" fmla="*/ 171936 w 400688"/>
              <a:gd name="connsiteY184" fmla="*/ 242886 h 457118"/>
              <a:gd name="connsiteX185" fmla="*/ 233583 w 400688"/>
              <a:gd name="connsiteY185" fmla="*/ 242886 h 457118"/>
              <a:gd name="connsiteX186" fmla="*/ 257107 w 400688"/>
              <a:gd name="connsiteY186" fmla="*/ 242837 h 457118"/>
              <a:gd name="connsiteX187" fmla="*/ 257128 w 400688"/>
              <a:gd name="connsiteY187" fmla="*/ 242837 h 457118"/>
              <a:gd name="connsiteX188" fmla="*/ 257611 w 400688"/>
              <a:gd name="connsiteY188" fmla="*/ 242886 h 457118"/>
              <a:gd name="connsiteX189" fmla="*/ 319276 w 400688"/>
              <a:gd name="connsiteY189" fmla="*/ 242886 h 457118"/>
              <a:gd name="connsiteX190" fmla="*/ 342800 w 400688"/>
              <a:gd name="connsiteY190" fmla="*/ 242837 h 457118"/>
              <a:gd name="connsiteX191" fmla="*/ 342821 w 400688"/>
              <a:gd name="connsiteY191" fmla="*/ 242837 h 457118"/>
              <a:gd name="connsiteX192" fmla="*/ 343304 w 400688"/>
              <a:gd name="connsiteY192" fmla="*/ 242886 h 457118"/>
              <a:gd name="connsiteX193" fmla="*/ 386114 w 400688"/>
              <a:gd name="connsiteY193" fmla="*/ 242886 h 457118"/>
              <a:gd name="connsiteX194" fmla="*/ 386100 w 400688"/>
              <a:gd name="connsiteY194" fmla="*/ 231655 h 457118"/>
              <a:gd name="connsiteX195" fmla="*/ 204584 w 400688"/>
              <a:gd name="connsiteY195" fmla="*/ 104650 h 457118"/>
              <a:gd name="connsiteX196" fmla="*/ 321865 w 400688"/>
              <a:gd name="connsiteY196" fmla="*/ 34652 h 457118"/>
              <a:gd name="connsiteX197" fmla="*/ 285650 w 400688"/>
              <a:gd name="connsiteY197" fmla="*/ 34695 h 457118"/>
              <a:gd name="connsiteX198" fmla="*/ 285650 w 400688"/>
              <a:gd name="connsiteY198" fmla="*/ 71582 h 457118"/>
              <a:gd name="connsiteX199" fmla="*/ 257323 w 400688"/>
              <a:gd name="connsiteY199" fmla="*/ 71517 h 457118"/>
              <a:gd name="connsiteX200" fmla="*/ 257337 w 400688"/>
              <a:gd name="connsiteY200" fmla="*/ 85780 h 457118"/>
              <a:gd name="connsiteX201" fmla="*/ 321935 w 400688"/>
              <a:gd name="connsiteY201" fmla="*/ 85707 h 457118"/>
              <a:gd name="connsiteX202" fmla="*/ 312813 w 400688"/>
              <a:gd name="connsiteY202" fmla="*/ 60179 h 457118"/>
              <a:gd name="connsiteX203" fmla="*/ 271368 w 400688"/>
              <a:gd name="connsiteY203" fmla="*/ 14286 h 457118"/>
              <a:gd name="connsiteX204" fmla="*/ 206809 w 400688"/>
              <a:gd name="connsiteY204" fmla="*/ 14362 h 457118"/>
              <a:gd name="connsiteX205" fmla="*/ 206841 w 400688"/>
              <a:gd name="connsiteY205" fmla="*/ 57303 h 457118"/>
              <a:gd name="connsiteX206" fmla="*/ 250189 w 400688"/>
              <a:gd name="connsiteY206" fmla="*/ 57246 h 457118"/>
              <a:gd name="connsiteX207" fmla="*/ 250189 w 400688"/>
              <a:gd name="connsiteY207" fmla="*/ 57219 h 457118"/>
              <a:gd name="connsiteX208" fmla="*/ 271368 w 400688"/>
              <a:gd name="connsiteY208" fmla="*/ 57264 h 457118"/>
              <a:gd name="connsiteX209" fmla="*/ 273369 w 400688"/>
              <a:gd name="connsiteY209" fmla="*/ 0 h 457118"/>
              <a:gd name="connsiteX210" fmla="*/ 285650 w 400688"/>
              <a:gd name="connsiteY210" fmla="*/ 12221 h 457118"/>
              <a:gd name="connsiteX211" fmla="*/ 285650 w 400688"/>
              <a:gd name="connsiteY211" fmla="*/ 20416 h 457118"/>
              <a:gd name="connsiteX212" fmla="*/ 342088 w 400688"/>
              <a:gd name="connsiteY212" fmla="*/ 20349 h 457118"/>
              <a:gd name="connsiteX213" fmla="*/ 327974 w 400688"/>
              <a:gd name="connsiteY213" fmla="*/ 60159 h 457118"/>
              <a:gd name="connsiteX214" fmla="*/ 342200 w 400688"/>
              <a:gd name="connsiteY214" fmla="*/ 99968 h 457118"/>
              <a:gd name="connsiteX215" fmla="*/ 255308 w 400688"/>
              <a:gd name="connsiteY215" fmla="*/ 100065 h 457118"/>
              <a:gd name="connsiteX216" fmla="*/ 243048 w 400688"/>
              <a:gd name="connsiteY216" fmla="*/ 87823 h 457118"/>
              <a:gd name="connsiteX217" fmla="*/ 243041 w 400688"/>
              <a:gd name="connsiteY217" fmla="*/ 71540 h 457118"/>
              <a:gd name="connsiteX218" fmla="*/ 206854 w 400688"/>
              <a:gd name="connsiteY218" fmla="*/ 71585 h 457118"/>
              <a:gd name="connsiteX219" fmla="*/ 206865 w 400688"/>
              <a:gd name="connsiteY219" fmla="*/ 85936 h 457118"/>
              <a:gd name="connsiteX220" fmla="*/ 218849 w 400688"/>
              <a:gd name="connsiteY220" fmla="*/ 85923 h 457118"/>
              <a:gd name="connsiteX221" fmla="*/ 218863 w 400688"/>
              <a:gd name="connsiteY221" fmla="*/ 97210 h 457118"/>
              <a:gd name="connsiteX222" fmla="*/ 400382 w 400688"/>
              <a:gd name="connsiteY222" fmla="*/ 224214 h 457118"/>
              <a:gd name="connsiteX223" fmla="*/ 400410 w 400688"/>
              <a:gd name="connsiteY223" fmla="*/ 257168 h 457118"/>
              <a:gd name="connsiteX224" fmla="*/ 362886 w 400688"/>
              <a:gd name="connsiteY224" fmla="*/ 257168 h 457118"/>
              <a:gd name="connsiteX225" fmla="*/ 363022 w 400688"/>
              <a:gd name="connsiteY225" fmla="*/ 257551 h 457118"/>
              <a:gd name="connsiteX226" fmla="*/ 349989 w 400688"/>
              <a:gd name="connsiteY226" fmla="*/ 284279 h 457118"/>
              <a:gd name="connsiteX227" fmla="*/ 349989 w 400688"/>
              <a:gd name="connsiteY227" fmla="*/ 386952 h 457118"/>
              <a:gd name="connsiteX228" fmla="*/ 351142 w 400688"/>
              <a:gd name="connsiteY228" fmla="*/ 387399 h 457118"/>
              <a:gd name="connsiteX229" fmla="*/ 362493 w 400688"/>
              <a:gd name="connsiteY229" fmla="*/ 415304 h 457118"/>
              <a:gd name="connsiteX230" fmla="*/ 400605 w 400688"/>
              <a:gd name="connsiteY230" fmla="*/ 415304 h 457118"/>
              <a:gd name="connsiteX231" fmla="*/ 400688 w 400688"/>
              <a:gd name="connsiteY231" fmla="*/ 457118 h 457118"/>
              <a:gd name="connsiteX232" fmla="*/ 314 w 400688"/>
              <a:gd name="connsiteY232" fmla="*/ 457118 h 457118"/>
              <a:gd name="connsiteX233" fmla="*/ 230 w 400688"/>
              <a:gd name="connsiteY233" fmla="*/ 415304 h 457118"/>
              <a:gd name="connsiteX234" fmla="*/ 37540 w 400688"/>
              <a:gd name="connsiteY234" fmla="*/ 415304 h 457118"/>
              <a:gd name="connsiteX235" fmla="*/ 37069 w 400688"/>
              <a:gd name="connsiteY235" fmla="*/ 414091 h 457118"/>
              <a:gd name="connsiteX236" fmla="*/ 50057 w 400688"/>
              <a:gd name="connsiteY236" fmla="*/ 386882 h 457118"/>
              <a:gd name="connsiteX237" fmla="*/ 50057 w 400688"/>
              <a:gd name="connsiteY237" fmla="*/ 284338 h 457118"/>
              <a:gd name="connsiteX238" fmla="*/ 49721 w 400688"/>
              <a:gd name="connsiteY238" fmla="*/ 284218 h 457118"/>
              <a:gd name="connsiteX239" fmla="*/ 37124 w 400688"/>
              <a:gd name="connsiteY239" fmla="*/ 257168 h 457118"/>
              <a:gd name="connsiteX240" fmla="*/ 35 w 400688"/>
              <a:gd name="connsiteY240" fmla="*/ 257168 h 457118"/>
              <a:gd name="connsiteX241" fmla="*/ 0 w 400688"/>
              <a:gd name="connsiteY241" fmla="*/ 224842 h 457118"/>
              <a:gd name="connsiteX242" fmla="*/ 3037 w 400688"/>
              <a:gd name="connsiteY242" fmla="*/ 222582 h 457118"/>
              <a:gd name="connsiteX243" fmla="*/ 181233 w 400688"/>
              <a:gd name="connsiteY243" fmla="*/ 97248 h 457118"/>
              <a:gd name="connsiteX244" fmla="*/ 181216 w 400688"/>
              <a:gd name="connsiteY244" fmla="*/ 85965 h 457118"/>
              <a:gd name="connsiteX245" fmla="*/ 192583 w 400688"/>
              <a:gd name="connsiteY245" fmla="*/ 85952 h 457118"/>
              <a:gd name="connsiteX246" fmla="*/ 192513 w 400688"/>
              <a:gd name="connsiteY246" fmla="*/ 101 h 45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</a:cxnLst>
            <a:rect l="l" t="t" r="r" b="b"/>
            <a:pathLst>
              <a:path w="400688" h="457118">
                <a:moveTo>
                  <a:pt x="357271" y="429586"/>
                </a:moveTo>
                <a:lnTo>
                  <a:pt x="357298" y="442836"/>
                </a:lnTo>
                <a:lnTo>
                  <a:pt x="386378" y="442836"/>
                </a:lnTo>
                <a:lnTo>
                  <a:pt x="386351" y="429586"/>
                </a:lnTo>
                <a:close/>
                <a:moveTo>
                  <a:pt x="57342" y="429586"/>
                </a:moveTo>
                <a:lnTo>
                  <a:pt x="57369" y="442836"/>
                </a:lnTo>
                <a:lnTo>
                  <a:pt x="343016" y="442836"/>
                </a:lnTo>
                <a:lnTo>
                  <a:pt x="342989" y="429586"/>
                </a:lnTo>
                <a:close/>
                <a:moveTo>
                  <a:pt x="14540" y="429586"/>
                </a:moveTo>
                <a:lnTo>
                  <a:pt x="14568" y="442836"/>
                </a:lnTo>
                <a:lnTo>
                  <a:pt x="43087" y="442836"/>
                </a:lnTo>
                <a:lnTo>
                  <a:pt x="43060" y="429586"/>
                </a:lnTo>
                <a:close/>
                <a:moveTo>
                  <a:pt x="321418" y="385707"/>
                </a:moveTo>
                <a:lnTo>
                  <a:pt x="321418" y="399947"/>
                </a:lnTo>
                <a:lnTo>
                  <a:pt x="314269" y="399940"/>
                </a:lnTo>
                <a:lnTo>
                  <a:pt x="314262" y="399940"/>
                </a:lnTo>
                <a:cubicBezTo>
                  <a:pt x="310373" y="399944"/>
                  <a:pt x="307219" y="403094"/>
                  <a:pt x="307212" y="406984"/>
                </a:cubicBezTo>
                <a:cubicBezTo>
                  <a:pt x="307212" y="406987"/>
                  <a:pt x="307212" y="406991"/>
                  <a:pt x="307212" y="406994"/>
                </a:cubicBezTo>
                <a:cubicBezTo>
                  <a:pt x="307209" y="410883"/>
                  <a:pt x="310359" y="414038"/>
                  <a:pt x="314248" y="414041"/>
                </a:cubicBezTo>
                <a:lnTo>
                  <a:pt x="342827" y="414101"/>
                </a:lnTo>
                <a:lnTo>
                  <a:pt x="342834" y="414101"/>
                </a:lnTo>
                <a:cubicBezTo>
                  <a:pt x="346728" y="414103"/>
                  <a:pt x="349886" y="410948"/>
                  <a:pt x="349888" y="407054"/>
                </a:cubicBezTo>
                <a:cubicBezTo>
                  <a:pt x="349890" y="403160"/>
                  <a:pt x="346735" y="400002"/>
                  <a:pt x="342841" y="400000"/>
                </a:cubicBezTo>
                <a:lnTo>
                  <a:pt x="335707" y="399989"/>
                </a:lnTo>
                <a:lnTo>
                  <a:pt x="335707" y="385707"/>
                </a:lnTo>
                <a:close/>
                <a:moveTo>
                  <a:pt x="235726" y="385707"/>
                </a:moveTo>
                <a:lnTo>
                  <a:pt x="235726" y="399947"/>
                </a:lnTo>
                <a:lnTo>
                  <a:pt x="228577" y="399940"/>
                </a:lnTo>
                <a:lnTo>
                  <a:pt x="228570" y="399940"/>
                </a:lnTo>
                <a:cubicBezTo>
                  <a:pt x="224680" y="399944"/>
                  <a:pt x="221527" y="403094"/>
                  <a:pt x="221520" y="406984"/>
                </a:cubicBezTo>
                <a:cubicBezTo>
                  <a:pt x="221520" y="406987"/>
                  <a:pt x="221520" y="406991"/>
                  <a:pt x="221520" y="406994"/>
                </a:cubicBezTo>
                <a:cubicBezTo>
                  <a:pt x="221517" y="410883"/>
                  <a:pt x="224667" y="414038"/>
                  <a:pt x="228556" y="414041"/>
                </a:cubicBezTo>
                <a:lnTo>
                  <a:pt x="257135" y="414101"/>
                </a:lnTo>
                <a:lnTo>
                  <a:pt x="257142" y="414101"/>
                </a:lnTo>
                <a:cubicBezTo>
                  <a:pt x="261036" y="414103"/>
                  <a:pt x="264194" y="410948"/>
                  <a:pt x="264196" y="407054"/>
                </a:cubicBezTo>
                <a:cubicBezTo>
                  <a:pt x="264198" y="403160"/>
                  <a:pt x="261043" y="400002"/>
                  <a:pt x="257149" y="400000"/>
                </a:cubicBezTo>
                <a:lnTo>
                  <a:pt x="250015" y="399989"/>
                </a:lnTo>
                <a:lnTo>
                  <a:pt x="250015" y="385707"/>
                </a:lnTo>
                <a:close/>
                <a:moveTo>
                  <a:pt x="150033" y="385707"/>
                </a:moveTo>
                <a:lnTo>
                  <a:pt x="150033" y="399947"/>
                </a:lnTo>
                <a:lnTo>
                  <a:pt x="142885" y="399940"/>
                </a:lnTo>
                <a:lnTo>
                  <a:pt x="142878" y="399940"/>
                </a:lnTo>
                <a:cubicBezTo>
                  <a:pt x="138987" y="399945"/>
                  <a:pt x="135833" y="403096"/>
                  <a:pt x="135824" y="406987"/>
                </a:cubicBezTo>
                <a:cubicBezTo>
                  <a:pt x="135821" y="410879"/>
                  <a:pt x="138972" y="414037"/>
                  <a:pt x="142864" y="414041"/>
                </a:cubicBezTo>
                <a:lnTo>
                  <a:pt x="171446" y="414101"/>
                </a:lnTo>
                <a:lnTo>
                  <a:pt x="171453" y="414101"/>
                </a:lnTo>
                <a:cubicBezTo>
                  <a:pt x="175329" y="414088"/>
                  <a:pt x="178468" y="410949"/>
                  <a:pt x="178480" y="407073"/>
                </a:cubicBezTo>
                <a:cubicBezTo>
                  <a:pt x="178493" y="403179"/>
                  <a:pt x="175347" y="400013"/>
                  <a:pt x="171453" y="400000"/>
                </a:cubicBezTo>
                <a:lnTo>
                  <a:pt x="164322" y="399989"/>
                </a:lnTo>
                <a:lnTo>
                  <a:pt x="164322" y="385707"/>
                </a:lnTo>
                <a:close/>
                <a:moveTo>
                  <a:pt x="64339" y="385707"/>
                </a:moveTo>
                <a:lnTo>
                  <a:pt x="64339" y="399947"/>
                </a:lnTo>
                <a:lnTo>
                  <a:pt x="57191" y="399940"/>
                </a:lnTo>
                <a:lnTo>
                  <a:pt x="57184" y="399940"/>
                </a:lnTo>
                <a:cubicBezTo>
                  <a:pt x="53293" y="399945"/>
                  <a:pt x="50139" y="403096"/>
                  <a:pt x="50130" y="406987"/>
                </a:cubicBezTo>
                <a:cubicBezTo>
                  <a:pt x="50127" y="410879"/>
                  <a:pt x="53279" y="414037"/>
                  <a:pt x="57170" y="414041"/>
                </a:cubicBezTo>
                <a:lnTo>
                  <a:pt x="85752" y="414101"/>
                </a:lnTo>
                <a:lnTo>
                  <a:pt x="85759" y="414101"/>
                </a:lnTo>
                <a:cubicBezTo>
                  <a:pt x="89635" y="414088"/>
                  <a:pt x="92774" y="410949"/>
                  <a:pt x="92787" y="407073"/>
                </a:cubicBezTo>
                <a:cubicBezTo>
                  <a:pt x="92799" y="403179"/>
                  <a:pt x="89653" y="400013"/>
                  <a:pt x="85759" y="400000"/>
                </a:cubicBezTo>
                <a:lnTo>
                  <a:pt x="78629" y="399989"/>
                </a:lnTo>
                <a:lnTo>
                  <a:pt x="78629" y="385707"/>
                </a:lnTo>
                <a:close/>
                <a:moveTo>
                  <a:pt x="321418" y="300015"/>
                </a:moveTo>
                <a:lnTo>
                  <a:pt x="321418" y="371425"/>
                </a:lnTo>
                <a:lnTo>
                  <a:pt x="335707" y="371425"/>
                </a:lnTo>
                <a:lnTo>
                  <a:pt x="335707" y="300015"/>
                </a:lnTo>
                <a:close/>
                <a:moveTo>
                  <a:pt x="235726" y="300015"/>
                </a:moveTo>
                <a:lnTo>
                  <a:pt x="235726" y="371425"/>
                </a:lnTo>
                <a:lnTo>
                  <a:pt x="250015" y="371425"/>
                </a:lnTo>
                <a:lnTo>
                  <a:pt x="250015" y="300015"/>
                </a:lnTo>
                <a:close/>
                <a:moveTo>
                  <a:pt x="150033" y="300015"/>
                </a:moveTo>
                <a:lnTo>
                  <a:pt x="150033" y="371425"/>
                </a:lnTo>
                <a:lnTo>
                  <a:pt x="164322" y="371425"/>
                </a:lnTo>
                <a:lnTo>
                  <a:pt x="164322" y="300015"/>
                </a:lnTo>
                <a:close/>
                <a:moveTo>
                  <a:pt x="64339" y="300015"/>
                </a:moveTo>
                <a:lnTo>
                  <a:pt x="64339" y="371425"/>
                </a:lnTo>
                <a:lnTo>
                  <a:pt x="78629" y="371425"/>
                </a:lnTo>
                <a:lnTo>
                  <a:pt x="78629" y="300015"/>
                </a:lnTo>
                <a:close/>
                <a:moveTo>
                  <a:pt x="319296" y="257169"/>
                </a:moveTo>
                <a:lnTo>
                  <a:pt x="314256" y="257179"/>
                </a:lnTo>
                <a:cubicBezTo>
                  <a:pt x="310362" y="257181"/>
                  <a:pt x="307207" y="260339"/>
                  <a:pt x="307209" y="264233"/>
                </a:cubicBezTo>
                <a:cubicBezTo>
                  <a:pt x="307211" y="268127"/>
                  <a:pt x="310369" y="271282"/>
                  <a:pt x="314263" y="271280"/>
                </a:cubicBezTo>
                <a:lnTo>
                  <a:pt x="314270" y="271280"/>
                </a:lnTo>
                <a:lnTo>
                  <a:pt x="321418" y="271273"/>
                </a:lnTo>
                <a:lnTo>
                  <a:pt x="321418" y="285733"/>
                </a:lnTo>
                <a:lnTo>
                  <a:pt x="335707" y="285733"/>
                </a:lnTo>
                <a:lnTo>
                  <a:pt x="335707" y="271227"/>
                </a:lnTo>
                <a:lnTo>
                  <a:pt x="342841" y="271220"/>
                </a:lnTo>
                <a:cubicBezTo>
                  <a:pt x="342843" y="271220"/>
                  <a:pt x="342845" y="271220"/>
                  <a:pt x="342847" y="271220"/>
                </a:cubicBezTo>
                <a:cubicBezTo>
                  <a:pt x="346739" y="271215"/>
                  <a:pt x="349890" y="268055"/>
                  <a:pt x="349885" y="264163"/>
                </a:cubicBezTo>
                <a:cubicBezTo>
                  <a:pt x="349861" y="260379"/>
                  <a:pt x="346850" y="257290"/>
                  <a:pt x="343068" y="257169"/>
                </a:cubicBezTo>
                <a:close/>
                <a:moveTo>
                  <a:pt x="277193" y="257168"/>
                </a:moveTo>
                <a:cubicBezTo>
                  <a:pt x="277240" y="257295"/>
                  <a:pt x="277285" y="257423"/>
                  <a:pt x="277329" y="257551"/>
                </a:cubicBezTo>
                <a:cubicBezTo>
                  <a:pt x="281111" y="268530"/>
                  <a:pt x="275276" y="280497"/>
                  <a:pt x="264297" y="284279"/>
                </a:cubicBezTo>
                <a:lnTo>
                  <a:pt x="264297" y="386952"/>
                </a:lnTo>
                <a:cubicBezTo>
                  <a:pt x="264685" y="387090"/>
                  <a:pt x="265070" y="387239"/>
                  <a:pt x="265450" y="387399"/>
                </a:cubicBezTo>
                <a:cubicBezTo>
                  <a:pt x="276290" y="391970"/>
                  <a:pt x="281372" y="404463"/>
                  <a:pt x="276801" y="415304"/>
                </a:cubicBezTo>
                <a:lnTo>
                  <a:pt x="294622" y="415304"/>
                </a:lnTo>
                <a:cubicBezTo>
                  <a:pt x="294455" y="414908"/>
                  <a:pt x="294299" y="414508"/>
                  <a:pt x="294156" y="414103"/>
                </a:cubicBezTo>
                <a:cubicBezTo>
                  <a:pt x="290220" y="402999"/>
                  <a:pt x="296032" y="390807"/>
                  <a:pt x="307136" y="386872"/>
                </a:cubicBezTo>
                <a:lnTo>
                  <a:pt x="307136" y="284348"/>
                </a:lnTo>
                <a:cubicBezTo>
                  <a:pt x="307132" y="284347"/>
                  <a:pt x="307127" y="284345"/>
                  <a:pt x="307123" y="284344"/>
                </a:cubicBezTo>
                <a:cubicBezTo>
                  <a:pt x="296052" y="280407"/>
                  <a:pt x="290269" y="268240"/>
                  <a:pt x="294206" y="257168"/>
                </a:cubicBezTo>
                <a:close/>
                <a:moveTo>
                  <a:pt x="257376" y="257168"/>
                </a:moveTo>
                <a:lnTo>
                  <a:pt x="233604" y="257169"/>
                </a:lnTo>
                <a:lnTo>
                  <a:pt x="228563" y="257179"/>
                </a:lnTo>
                <a:cubicBezTo>
                  <a:pt x="224670" y="257181"/>
                  <a:pt x="221515" y="260339"/>
                  <a:pt x="221517" y="264233"/>
                </a:cubicBezTo>
                <a:cubicBezTo>
                  <a:pt x="221518" y="268127"/>
                  <a:pt x="224677" y="271282"/>
                  <a:pt x="228570" y="271280"/>
                </a:cubicBezTo>
                <a:lnTo>
                  <a:pt x="228578" y="271280"/>
                </a:lnTo>
                <a:lnTo>
                  <a:pt x="235726" y="271273"/>
                </a:lnTo>
                <a:lnTo>
                  <a:pt x="235726" y="285733"/>
                </a:lnTo>
                <a:lnTo>
                  <a:pt x="250015" y="285733"/>
                </a:lnTo>
                <a:lnTo>
                  <a:pt x="250015" y="271227"/>
                </a:lnTo>
                <a:lnTo>
                  <a:pt x="257149" y="271220"/>
                </a:lnTo>
                <a:cubicBezTo>
                  <a:pt x="260946" y="271223"/>
                  <a:pt x="264059" y="268210"/>
                  <a:pt x="264179" y="264414"/>
                </a:cubicBezTo>
                <a:cubicBezTo>
                  <a:pt x="264301" y="260535"/>
                  <a:pt x="261256" y="257291"/>
                  <a:pt x="257376" y="257168"/>
                </a:cubicBezTo>
                <a:close/>
                <a:moveTo>
                  <a:pt x="191519" y="257168"/>
                </a:moveTo>
                <a:cubicBezTo>
                  <a:pt x="191550" y="257256"/>
                  <a:pt x="191582" y="257343"/>
                  <a:pt x="191612" y="257431"/>
                </a:cubicBezTo>
                <a:cubicBezTo>
                  <a:pt x="195434" y="268437"/>
                  <a:pt x="189610" y="280457"/>
                  <a:pt x="178604" y="284279"/>
                </a:cubicBezTo>
                <a:lnTo>
                  <a:pt x="178604" y="386942"/>
                </a:lnTo>
                <a:cubicBezTo>
                  <a:pt x="178954" y="387067"/>
                  <a:pt x="179300" y="387201"/>
                  <a:pt x="179643" y="387344"/>
                </a:cubicBezTo>
                <a:cubicBezTo>
                  <a:pt x="190534" y="391895"/>
                  <a:pt x="195674" y="404413"/>
                  <a:pt x="191123" y="415304"/>
                </a:cubicBezTo>
                <a:lnTo>
                  <a:pt x="208929" y="415304"/>
                </a:lnTo>
                <a:cubicBezTo>
                  <a:pt x="208762" y="414910"/>
                  <a:pt x="208607" y="414512"/>
                  <a:pt x="208465" y="414109"/>
                </a:cubicBezTo>
                <a:cubicBezTo>
                  <a:pt x="204527" y="403004"/>
                  <a:pt x="210338" y="390809"/>
                  <a:pt x="221444" y="386872"/>
                </a:cubicBezTo>
                <a:lnTo>
                  <a:pt x="221444" y="284348"/>
                </a:lnTo>
                <a:cubicBezTo>
                  <a:pt x="218454" y="283289"/>
                  <a:pt x="215740" y="281573"/>
                  <a:pt x="213501" y="279327"/>
                </a:cubicBezTo>
                <a:cubicBezTo>
                  <a:pt x="207640" y="273556"/>
                  <a:pt x="205690" y="264894"/>
                  <a:pt x="208512" y="257168"/>
                </a:cubicBezTo>
                <a:close/>
                <a:moveTo>
                  <a:pt x="171693" y="257168"/>
                </a:moveTo>
                <a:lnTo>
                  <a:pt x="147912" y="257169"/>
                </a:lnTo>
                <a:lnTo>
                  <a:pt x="142871" y="257179"/>
                </a:lnTo>
                <a:cubicBezTo>
                  <a:pt x="138977" y="257181"/>
                  <a:pt x="135822" y="260339"/>
                  <a:pt x="135824" y="264233"/>
                </a:cubicBezTo>
                <a:cubicBezTo>
                  <a:pt x="135826" y="268127"/>
                  <a:pt x="138984" y="271282"/>
                  <a:pt x="142878" y="271280"/>
                </a:cubicBezTo>
                <a:lnTo>
                  <a:pt x="142885" y="271280"/>
                </a:lnTo>
                <a:lnTo>
                  <a:pt x="150033" y="271273"/>
                </a:lnTo>
                <a:lnTo>
                  <a:pt x="150033" y="285733"/>
                </a:lnTo>
                <a:lnTo>
                  <a:pt x="164322" y="285733"/>
                </a:lnTo>
                <a:lnTo>
                  <a:pt x="164322" y="271227"/>
                </a:lnTo>
                <a:lnTo>
                  <a:pt x="171456" y="271220"/>
                </a:lnTo>
                <a:cubicBezTo>
                  <a:pt x="175247" y="271221"/>
                  <a:pt x="178355" y="268216"/>
                  <a:pt x="178482" y="264427"/>
                </a:cubicBezTo>
                <a:cubicBezTo>
                  <a:pt x="178612" y="260548"/>
                  <a:pt x="175572" y="257298"/>
                  <a:pt x="171693" y="257168"/>
                </a:cubicBezTo>
                <a:close/>
                <a:moveTo>
                  <a:pt x="105826" y="257168"/>
                </a:moveTo>
                <a:cubicBezTo>
                  <a:pt x="105858" y="257256"/>
                  <a:pt x="105889" y="257343"/>
                  <a:pt x="105919" y="257431"/>
                </a:cubicBezTo>
                <a:cubicBezTo>
                  <a:pt x="109741" y="268437"/>
                  <a:pt x="103917" y="280457"/>
                  <a:pt x="92911" y="284279"/>
                </a:cubicBezTo>
                <a:lnTo>
                  <a:pt x="92911" y="386942"/>
                </a:lnTo>
                <a:cubicBezTo>
                  <a:pt x="95902" y="388007"/>
                  <a:pt x="98616" y="389730"/>
                  <a:pt x="100854" y="391984"/>
                </a:cubicBezTo>
                <a:cubicBezTo>
                  <a:pt x="106964" y="398112"/>
                  <a:pt x="108771" y="407321"/>
                  <a:pt x="105430" y="415304"/>
                </a:cubicBezTo>
                <a:lnTo>
                  <a:pt x="123234" y="415304"/>
                </a:lnTo>
                <a:cubicBezTo>
                  <a:pt x="123064" y="414904"/>
                  <a:pt x="122907" y="414500"/>
                  <a:pt x="122763" y="414091"/>
                </a:cubicBezTo>
                <a:cubicBezTo>
                  <a:pt x="118836" y="402991"/>
                  <a:pt x="124651" y="390809"/>
                  <a:pt x="135751" y="386882"/>
                </a:cubicBezTo>
                <a:lnTo>
                  <a:pt x="135751" y="284338"/>
                </a:lnTo>
                <a:cubicBezTo>
                  <a:pt x="135638" y="284299"/>
                  <a:pt x="135526" y="284259"/>
                  <a:pt x="135414" y="284218"/>
                </a:cubicBezTo>
                <a:cubicBezTo>
                  <a:pt x="124466" y="280227"/>
                  <a:pt x="118827" y="268116"/>
                  <a:pt x="122818" y="257168"/>
                </a:cubicBezTo>
                <a:close/>
                <a:moveTo>
                  <a:pt x="85999" y="257168"/>
                </a:moveTo>
                <a:lnTo>
                  <a:pt x="62218" y="257169"/>
                </a:lnTo>
                <a:lnTo>
                  <a:pt x="57177" y="257179"/>
                </a:lnTo>
                <a:cubicBezTo>
                  <a:pt x="53283" y="257181"/>
                  <a:pt x="50128" y="260339"/>
                  <a:pt x="50130" y="264233"/>
                </a:cubicBezTo>
                <a:cubicBezTo>
                  <a:pt x="50132" y="268127"/>
                  <a:pt x="53290" y="271282"/>
                  <a:pt x="57184" y="271280"/>
                </a:cubicBezTo>
                <a:lnTo>
                  <a:pt x="57191" y="271280"/>
                </a:lnTo>
                <a:lnTo>
                  <a:pt x="64339" y="271273"/>
                </a:lnTo>
                <a:lnTo>
                  <a:pt x="64339" y="285733"/>
                </a:lnTo>
                <a:lnTo>
                  <a:pt x="78629" y="285733"/>
                </a:lnTo>
                <a:lnTo>
                  <a:pt x="78629" y="271227"/>
                </a:lnTo>
                <a:lnTo>
                  <a:pt x="85763" y="271220"/>
                </a:lnTo>
                <a:cubicBezTo>
                  <a:pt x="89553" y="271221"/>
                  <a:pt x="92661" y="268216"/>
                  <a:pt x="92788" y="264427"/>
                </a:cubicBezTo>
                <a:cubicBezTo>
                  <a:pt x="92918" y="260548"/>
                  <a:pt x="89878" y="257298"/>
                  <a:pt x="85999" y="257168"/>
                </a:cubicBezTo>
                <a:close/>
                <a:moveTo>
                  <a:pt x="199881" y="134616"/>
                </a:moveTo>
                <a:lnTo>
                  <a:pt x="89636" y="214455"/>
                </a:lnTo>
                <a:lnTo>
                  <a:pt x="310296" y="214187"/>
                </a:lnTo>
                <a:close/>
                <a:moveTo>
                  <a:pt x="199860" y="116994"/>
                </a:moveTo>
                <a:lnTo>
                  <a:pt x="354467" y="228413"/>
                </a:lnTo>
                <a:lnTo>
                  <a:pt x="45493" y="228793"/>
                </a:lnTo>
                <a:close/>
                <a:moveTo>
                  <a:pt x="204581" y="100218"/>
                </a:moveTo>
                <a:lnTo>
                  <a:pt x="195519" y="100233"/>
                </a:lnTo>
                <a:lnTo>
                  <a:pt x="195522" y="104654"/>
                </a:lnTo>
                <a:lnTo>
                  <a:pt x="14289" y="232129"/>
                </a:lnTo>
                <a:lnTo>
                  <a:pt x="14303" y="242886"/>
                </a:lnTo>
                <a:lnTo>
                  <a:pt x="62195" y="242886"/>
                </a:lnTo>
                <a:lnTo>
                  <a:pt x="85724" y="242837"/>
                </a:lnTo>
                <a:lnTo>
                  <a:pt x="85742" y="242837"/>
                </a:lnTo>
                <a:cubicBezTo>
                  <a:pt x="85912" y="242837"/>
                  <a:pt x="86073" y="242882"/>
                  <a:pt x="86242" y="242886"/>
                </a:cubicBezTo>
                <a:lnTo>
                  <a:pt x="147889" y="242886"/>
                </a:lnTo>
                <a:lnTo>
                  <a:pt x="171418" y="242837"/>
                </a:lnTo>
                <a:lnTo>
                  <a:pt x="171435" y="242837"/>
                </a:lnTo>
                <a:cubicBezTo>
                  <a:pt x="171605" y="242837"/>
                  <a:pt x="171767" y="242882"/>
                  <a:pt x="171936" y="242886"/>
                </a:cubicBezTo>
                <a:lnTo>
                  <a:pt x="233583" y="242886"/>
                </a:lnTo>
                <a:lnTo>
                  <a:pt x="257107" y="242837"/>
                </a:lnTo>
                <a:lnTo>
                  <a:pt x="257128" y="242837"/>
                </a:lnTo>
                <a:cubicBezTo>
                  <a:pt x="257294" y="242837"/>
                  <a:pt x="257447" y="242882"/>
                  <a:pt x="257611" y="242886"/>
                </a:cubicBezTo>
                <a:lnTo>
                  <a:pt x="319276" y="242886"/>
                </a:lnTo>
                <a:lnTo>
                  <a:pt x="342800" y="242837"/>
                </a:lnTo>
                <a:lnTo>
                  <a:pt x="342821" y="242837"/>
                </a:lnTo>
                <a:cubicBezTo>
                  <a:pt x="342986" y="242837"/>
                  <a:pt x="343139" y="242882"/>
                  <a:pt x="343304" y="242886"/>
                </a:cubicBezTo>
                <a:lnTo>
                  <a:pt x="386114" y="242886"/>
                </a:lnTo>
                <a:lnTo>
                  <a:pt x="386100" y="231655"/>
                </a:lnTo>
                <a:lnTo>
                  <a:pt x="204584" y="104650"/>
                </a:lnTo>
                <a:close/>
                <a:moveTo>
                  <a:pt x="321865" y="34652"/>
                </a:moveTo>
                <a:lnTo>
                  <a:pt x="285650" y="34695"/>
                </a:lnTo>
                <a:lnTo>
                  <a:pt x="285650" y="71582"/>
                </a:lnTo>
                <a:lnTo>
                  <a:pt x="257323" y="71517"/>
                </a:lnTo>
                <a:lnTo>
                  <a:pt x="257337" y="85780"/>
                </a:lnTo>
                <a:lnTo>
                  <a:pt x="321935" y="85707"/>
                </a:lnTo>
                <a:lnTo>
                  <a:pt x="312813" y="60179"/>
                </a:lnTo>
                <a:close/>
                <a:moveTo>
                  <a:pt x="271368" y="14286"/>
                </a:moveTo>
                <a:lnTo>
                  <a:pt x="206809" y="14362"/>
                </a:lnTo>
                <a:lnTo>
                  <a:pt x="206841" y="57303"/>
                </a:lnTo>
                <a:lnTo>
                  <a:pt x="250189" y="57246"/>
                </a:lnTo>
                <a:lnTo>
                  <a:pt x="250189" y="57219"/>
                </a:lnTo>
                <a:lnTo>
                  <a:pt x="271368" y="57264"/>
                </a:lnTo>
                <a:close/>
                <a:moveTo>
                  <a:pt x="273369" y="0"/>
                </a:moveTo>
                <a:cubicBezTo>
                  <a:pt x="280128" y="1"/>
                  <a:pt x="285617" y="5463"/>
                  <a:pt x="285650" y="12221"/>
                </a:cubicBezTo>
                <a:lnTo>
                  <a:pt x="285650" y="20416"/>
                </a:lnTo>
                <a:lnTo>
                  <a:pt x="342088" y="20349"/>
                </a:lnTo>
                <a:lnTo>
                  <a:pt x="327974" y="60159"/>
                </a:lnTo>
                <a:lnTo>
                  <a:pt x="342200" y="99968"/>
                </a:lnTo>
                <a:lnTo>
                  <a:pt x="255308" y="100065"/>
                </a:lnTo>
                <a:cubicBezTo>
                  <a:pt x="248544" y="100064"/>
                  <a:pt x="243059" y="94587"/>
                  <a:pt x="243048" y="87823"/>
                </a:cubicBezTo>
                <a:lnTo>
                  <a:pt x="243041" y="71540"/>
                </a:lnTo>
                <a:lnTo>
                  <a:pt x="206854" y="71585"/>
                </a:lnTo>
                <a:lnTo>
                  <a:pt x="206865" y="85936"/>
                </a:lnTo>
                <a:lnTo>
                  <a:pt x="218849" y="85923"/>
                </a:lnTo>
                <a:lnTo>
                  <a:pt x="218863" y="97210"/>
                </a:lnTo>
                <a:lnTo>
                  <a:pt x="400382" y="224214"/>
                </a:lnTo>
                <a:lnTo>
                  <a:pt x="400410" y="257168"/>
                </a:lnTo>
                <a:lnTo>
                  <a:pt x="362886" y="257168"/>
                </a:lnTo>
                <a:cubicBezTo>
                  <a:pt x="362933" y="257295"/>
                  <a:pt x="362978" y="257423"/>
                  <a:pt x="363022" y="257551"/>
                </a:cubicBezTo>
                <a:cubicBezTo>
                  <a:pt x="366804" y="268530"/>
                  <a:pt x="360969" y="280497"/>
                  <a:pt x="349989" y="284279"/>
                </a:cubicBezTo>
                <a:lnTo>
                  <a:pt x="349989" y="386952"/>
                </a:lnTo>
                <a:cubicBezTo>
                  <a:pt x="350378" y="387090"/>
                  <a:pt x="350762" y="387239"/>
                  <a:pt x="351142" y="387399"/>
                </a:cubicBezTo>
                <a:cubicBezTo>
                  <a:pt x="361982" y="391971"/>
                  <a:pt x="367064" y="404464"/>
                  <a:pt x="362493" y="415304"/>
                </a:cubicBezTo>
                <a:lnTo>
                  <a:pt x="400605" y="415304"/>
                </a:lnTo>
                <a:lnTo>
                  <a:pt x="400688" y="457118"/>
                </a:lnTo>
                <a:lnTo>
                  <a:pt x="314" y="457118"/>
                </a:lnTo>
                <a:lnTo>
                  <a:pt x="230" y="415304"/>
                </a:lnTo>
                <a:lnTo>
                  <a:pt x="37540" y="415304"/>
                </a:lnTo>
                <a:cubicBezTo>
                  <a:pt x="37371" y="414904"/>
                  <a:pt x="37214" y="414500"/>
                  <a:pt x="37069" y="414091"/>
                </a:cubicBezTo>
                <a:cubicBezTo>
                  <a:pt x="33142" y="402991"/>
                  <a:pt x="38957" y="390809"/>
                  <a:pt x="50057" y="386882"/>
                </a:cubicBezTo>
                <a:lnTo>
                  <a:pt x="50057" y="284338"/>
                </a:lnTo>
                <a:cubicBezTo>
                  <a:pt x="49945" y="284299"/>
                  <a:pt x="49832" y="284259"/>
                  <a:pt x="49721" y="284218"/>
                </a:cubicBezTo>
                <a:cubicBezTo>
                  <a:pt x="38773" y="280227"/>
                  <a:pt x="33133" y="268116"/>
                  <a:pt x="37124" y="257168"/>
                </a:cubicBezTo>
                <a:lnTo>
                  <a:pt x="35" y="257168"/>
                </a:lnTo>
                <a:lnTo>
                  <a:pt x="0" y="224842"/>
                </a:lnTo>
                <a:lnTo>
                  <a:pt x="3037" y="222582"/>
                </a:lnTo>
                <a:lnTo>
                  <a:pt x="181233" y="97248"/>
                </a:lnTo>
                <a:lnTo>
                  <a:pt x="181216" y="85965"/>
                </a:lnTo>
                <a:lnTo>
                  <a:pt x="192583" y="85952"/>
                </a:lnTo>
                <a:lnTo>
                  <a:pt x="192513" y="101"/>
                </a:lnTo>
                <a:close/>
              </a:path>
            </a:pathLst>
          </a:custGeom>
          <a:solidFill>
            <a:schemeClr val="bg1"/>
          </a:solidFill>
          <a:ln w="8507" cap="flat">
            <a:noFill/>
            <a:prstDash val="solid"/>
            <a:miter/>
          </a:ln>
        </p:spPr>
        <p:txBody>
          <a:bodyPr wrap="square" rtlCol="0" anchor="ctr">
            <a:normAutofit/>
          </a:bodyPr>
          <a:lstStyle/>
          <a:p>
            <a:pPr defTabSz="457200">
              <a:lnSpc>
                <a:spcPct val="120000"/>
              </a:lnSpc>
            </a:pPr>
            <a:endParaRPr lang="zh-CN" altLang="en-US">
              <a:solidFill>
                <a:srgbClr val="22222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" name="任意形状 94"/>
          <p:cNvSpPr/>
          <p:nvPr>
            <p:custDataLst>
              <p:tags r:id="rId9"/>
            </p:custDataLst>
          </p:nvPr>
        </p:nvSpPr>
        <p:spPr>
          <a:xfrm>
            <a:off x="5611128" y="1957027"/>
            <a:ext cx="534020" cy="590601"/>
          </a:xfrm>
          <a:custGeom>
            <a:avLst/>
            <a:gdLst>
              <a:gd name="connsiteX0" fmla="*/ 142870 w 399901"/>
              <a:gd name="connsiteY0" fmla="*/ 114069 h 442272"/>
              <a:gd name="connsiteX1" fmla="*/ 142870 w 399901"/>
              <a:gd name="connsiteY1" fmla="*/ 195048 h 442272"/>
              <a:gd name="connsiteX2" fmla="*/ 215377 w 399901"/>
              <a:gd name="connsiteY2" fmla="*/ 158673 h 442272"/>
              <a:gd name="connsiteX3" fmla="*/ 142870 w 399901"/>
              <a:gd name="connsiteY3" fmla="*/ 114069 h 442272"/>
              <a:gd name="connsiteX4" fmla="*/ 110702 w 399901"/>
              <a:gd name="connsiteY4" fmla="*/ 102199 h 442272"/>
              <a:gd name="connsiteX5" fmla="*/ 114942 w 399901"/>
              <a:gd name="connsiteY5" fmla="*/ 115840 h 442272"/>
              <a:gd name="connsiteX6" fmla="*/ 108121 w 399901"/>
              <a:gd name="connsiteY6" fmla="*/ 117960 h 442272"/>
              <a:gd name="connsiteX7" fmla="*/ 42895 w 399901"/>
              <a:gd name="connsiteY7" fmla="*/ 206616 h 442272"/>
              <a:gd name="connsiteX8" fmla="*/ 44827 w 399901"/>
              <a:gd name="connsiteY8" fmla="*/ 225446 h 442272"/>
              <a:gd name="connsiteX9" fmla="*/ 154581 w 399901"/>
              <a:gd name="connsiteY9" fmla="*/ 297518 h 442272"/>
              <a:gd name="connsiteX10" fmla="*/ 226653 w 399901"/>
              <a:gd name="connsiteY10" fmla="*/ 187766 h 442272"/>
              <a:gd name="connsiteX11" fmla="*/ 225217 w 399901"/>
              <a:gd name="connsiteY11" fmla="*/ 180771 h 442272"/>
              <a:gd name="connsiteX12" fmla="*/ 239206 w 399901"/>
              <a:gd name="connsiteY12" fmla="*/ 177898 h 442272"/>
              <a:gd name="connsiteX13" fmla="*/ 240643 w 399901"/>
              <a:gd name="connsiteY13" fmla="*/ 184893 h 442272"/>
              <a:gd name="connsiteX14" fmla="*/ 242846 w 399901"/>
              <a:gd name="connsiteY14" fmla="*/ 206616 h 442272"/>
              <a:gd name="connsiteX15" fmla="*/ 167557 w 399901"/>
              <a:gd name="connsiteY15" fmla="*/ 308891 h 442272"/>
              <a:gd name="connsiteX16" fmla="*/ 33432 w 399901"/>
              <a:gd name="connsiteY16" fmla="*/ 238443 h 442272"/>
              <a:gd name="connsiteX17" fmla="*/ 103882 w 399901"/>
              <a:gd name="connsiteY17" fmla="*/ 104319 h 442272"/>
              <a:gd name="connsiteX18" fmla="*/ 128588 w 399901"/>
              <a:gd name="connsiteY18" fmla="*/ 99501 h 442272"/>
              <a:gd name="connsiteX19" fmla="*/ 135729 w 399901"/>
              <a:gd name="connsiteY19" fmla="*/ 99501 h 442272"/>
              <a:gd name="connsiteX20" fmla="*/ 231632 w 399901"/>
              <a:gd name="connsiteY20" fmla="*/ 158402 h 442272"/>
              <a:gd name="connsiteX21" fmla="*/ 234959 w 399901"/>
              <a:gd name="connsiteY21" fmla="*/ 164824 h 442272"/>
              <a:gd name="connsiteX22" fmla="*/ 128588 w 399901"/>
              <a:gd name="connsiteY22" fmla="*/ 218187 h 442272"/>
              <a:gd name="connsiteX23" fmla="*/ 342563 w 399901"/>
              <a:gd name="connsiteY23" fmla="*/ 0 h 442272"/>
              <a:gd name="connsiteX24" fmla="*/ 381678 w 399901"/>
              <a:gd name="connsiteY24" fmla="*/ 62017 h 442272"/>
              <a:gd name="connsiteX25" fmla="*/ 369600 w 399901"/>
              <a:gd name="connsiteY25" fmla="*/ 69632 h 442272"/>
              <a:gd name="connsiteX26" fmla="*/ 343065 w 399901"/>
              <a:gd name="connsiteY26" fmla="*/ 27560 h 442272"/>
              <a:gd name="connsiteX27" fmla="*/ 326670 w 399901"/>
              <a:gd name="connsiteY27" fmla="*/ 55769 h 442272"/>
              <a:gd name="connsiteX28" fmla="*/ 349954 w 399901"/>
              <a:gd name="connsiteY28" fmla="*/ 55769 h 442272"/>
              <a:gd name="connsiteX29" fmla="*/ 349969 w 399901"/>
              <a:gd name="connsiteY29" fmla="*/ 99912 h 442272"/>
              <a:gd name="connsiteX30" fmla="*/ 260413 w 399901"/>
              <a:gd name="connsiteY30" fmla="*/ 320818 h 442272"/>
              <a:gd name="connsiteX31" fmla="*/ 43321 w 399901"/>
              <a:gd name="connsiteY31" fmla="*/ 414537 h 442272"/>
              <a:gd name="connsiteX32" fmla="*/ 21158 w 399901"/>
              <a:gd name="connsiteY32" fmla="*/ 413700 h 442272"/>
              <a:gd name="connsiteX33" fmla="*/ 14278 w 399901"/>
              <a:gd name="connsiteY33" fmla="*/ 420840 h 442272"/>
              <a:gd name="connsiteX34" fmla="*/ 21423 w 399901"/>
              <a:gd name="connsiteY34" fmla="*/ 427990 h 442272"/>
              <a:gd name="connsiteX35" fmla="*/ 178528 w 399901"/>
              <a:gd name="connsiteY35" fmla="*/ 427990 h 442272"/>
              <a:gd name="connsiteX36" fmla="*/ 185669 w 399901"/>
              <a:gd name="connsiteY36" fmla="*/ 420849 h 442272"/>
              <a:gd name="connsiteX37" fmla="*/ 185669 w 399901"/>
              <a:gd name="connsiteY37" fmla="*/ 406566 h 442272"/>
              <a:gd name="connsiteX38" fmla="*/ 207092 w 399901"/>
              <a:gd name="connsiteY38" fmla="*/ 385143 h 442272"/>
              <a:gd name="connsiteX39" fmla="*/ 228515 w 399901"/>
              <a:gd name="connsiteY39" fmla="*/ 406566 h 442272"/>
              <a:gd name="connsiteX40" fmla="*/ 228515 w 399901"/>
              <a:gd name="connsiteY40" fmla="*/ 420849 h 442272"/>
              <a:gd name="connsiteX41" fmla="*/ 235656 w 399901"/>
              <a:gd name="connsiteY41" fmla="*/ 427990 h 442272"/>
              <a:gd name="connsiteX42" fmla="*/ 242797 w 399901"/>
              <a:gd name="connsiteY42" fmla="*/ 420849 h 442272"/>
              <a:gd name="connsiteX43" fmla="*/ 242797 w 399901"/>
              <a:gd name="connsiteY43" fmla="*/ 378002 h 442272"/>
              <a:gd name="connsiteX44" fmla="*/ 264220 w 399901"/>
              <a:gd name="connsiteY44" fmla="*/ 356579 h 442272"/>
              <a:gd name="connsiteX45" fmla="*/ 285644 w 399901"/>
              <a:gd name="connsiteY45" fmla="*/ 378002 h 442272"/>
              <a:gd name="connsiteX46" fmla="*/ 285644 w 399901"/>
              <a:gd name="connsiteY46" fmla="*/ 420849 h 442272"/>
              <a:gd name="connsiteX47" fmla="*/ 292785 w 399901"/>
              <a:gd name="connsiteY47" fmla="*/ 427990 h 442272"/>
              <a:gd name="connsiteX48" fmla="*/ 299926 w 399901"/>
              <a:gd name="connsiteY48" fmla="*/ 420849 h 442272"/>
              <a:gd name="connsiteX49" fmla="*/ 299926 w 399901"/>
              <a:gd name="connsiteY49" fmla="*/ 306592 h 442272"/>
              <a:gd name="connsiteX50" fmla="*/ 321349 w 399901"/>
              <a:gd name="connsiteY50" fmla="*/ 285169 h 442272"/>
              <a:gd name="connsiteX51" fmla="*/ 342772 w 399901"/>
              <a:gd name="connsiteY51" fmla="*/ 306592 h 442272"/>
              <a:gd name="connsiteX52" fmla="*/ 342772 w 399901"/>
              <a:gd name="connsiteY52" fmla="*/ 420849 h 442272"/>
              <a:gd name="connsiteX53" fmla="*/ 349913 w 399901"/>
              <a:gd name="connsiteY53" fmla="*/ 427990 h 442272"/>
              <a:gd name="connsiteX54" fmla="*/ 357054 w 399901"/>
              <a:gd name="connsiteY54" fmla="*/ 420849 h 442272"/>
              <a:gd name="connsiteX55" fmla="*/ 357054 w 399901"/>
              <a:gd name="connsiteY55" fmla="*/ 156636 h 442272"/>
              <a:gd name="connsiteX56" fmla="*/ 378477 w 399901"/>
              <a:gd name="connsiteY56" fmla="*/ 135213 h 442272"/>
              <a:gd name="connsiteX57" fmla="*/ 399901 w 399901"/>
              <a:gd name="connsiteY57" fmla="*/ 156636 h 442272"/>
              <a:gd name="connsiteX58" fmla="*/ 399901 w 399901"/>
              <a:gd name="connsiteY58" fmla="*/ 435116 h 442272"/>
              <a:gd name="connsiteX59" fmla="*/ 385618 w 399901"/>
              <a:gd name="connsiteY59" fmla="*/ 435116 h 442272"/>
              <a:gd name="connsiteX60" fmla="*/ 385618 w 399901"/>
              <a:gd name="connsiteY60" fmla="*/ 156636 h 442272"/>
              <a:gd name="connsiteX61" fmla="*/ 378477 w 399901"/>
              <a:gd name="connsiteY61" fmla="*/ 149495 h 442272"/>
              <a:gd name="connsiteX62" fmla="*/ 371336 w 399901"/>
              <a:gd name="connsiteY62" fmla="*/ 156636 h 442272"/>
              <a:gd name="connsiteX63" fmla="*/ 371336 w 399901"/>
              <a:gd name="connsiteY63" fmla="*/ 420849 h 442272"/>
              <a:gd name="connsiteX64" fmla="*/ 349913 w 399901"/>
              <a:gd name="connsiteY64" fmla="*/ 442272 h 442272"/>
              <a:gd name="connsiteX65" fmla="*/ 328490 w 399901"/>
              <a:gd name="connsiteY65" fmla="*/ 420849 h 442272"/>
              <a:gd name="connsiteX66" fmla="*/ 328490 w 399901"/>
              <a:gd name="connsiteY66" fmla="*/ 306592 h 442272"/>
              <a:gd name="connsiteX67" fmla="*/ 321349 w 399901"/>
              <a:gd name="connsiteY67" fmla="*/ 299451 h 442272"/>
              <a:gd name="connsiteX68" fmla="*/ 314208 w 399901"/>
              <a:gd name="connsiteY68" fmla="*/ 306592 h 442272"/>
              <a:gd name="connsiteX69" fmla="*/ 314208 w 399901"/>
              <a:gd name="connsiteY69" fmla="*/ 420849 h 442272"/>
              <a:gd name="connsiteX70" fmla="*/ 292785 w 399901"/>
              <a:gd name="connsiteY70" fmla="*/ 442272 h 442272"/>
              <a:gd name="connsiteX71" fmla="*/ 271361 w 399901"/>
              <a:gd name="connsiteY71" fmla="*/ 420849 h 442272"/>
              <a:gd name="connsiteX72" fmla="*/ 271361 w 399901"/>
              <a:gd name="connsiteY72" fmla="*/ 378002 h 442272"/>
              <a:gd name="connsiteX73" fmla="*/ 264220 w 399901"/>
              <a:gd name="connsiteY73" fmla="*/ 370861 h 442272"/>
              <a:gd name="connsiteX74" fmla="*/ 257079 w 399901"/>
              <a:gd name="connsiteY74" fmla="*/ 378002 h 442272"/>
              <a:gd name="connsiteX75" fmla="*/ 257079 w 399901"/>
              <a:gd name="connsiteY75" fmla="*/ 420849 h 442272"/>
              <a:gd name="connsiteX76" fmla="*/ 235656 w 399901"/>
              <a:gd name="connsiteY76" fmla="*/ 442272 h 442272"/>
              <a:gd name="connsiteX77" fmla="*/ 214233 w 399901"/>
              <a:gd name="connsiteY77" fmla="*/ 420849 h 442272"/>
              <a:gd name="connsiteX78" fmla="*/ 214233 w 399901"/>
              <a:gd name="connsiteY78" fmla="*/ 406566 h 442272"/>
              <a:gd name="connsiteX79" fmla="*/ 207092 w 399901"/>
              <a:gd name="connsiteY79" fmla="*/ 399425 h 442272"/>
              <a:gd name="connsiteX80" fmla="*/ 199951 w 399901"/>
              <a:gd name="connsiteY80" fmla="*/ 406566 h 442272"/>
              <a:gd name="connsiteX81" fmla="*/ 199951 w 399901"/>
              <a:gd name="connsiteY81" fmla="*/ 420849 h 442272"/>
              <a:gd name="connsiteX82" fmla="*/ 178528 w 399901"/>
              <a:gd name="connsiteY82" fmla="*/ 442272 h 442272"/>
              <a:gd name="connsiteX83" fmla="*/ 21423 w 399901"/>
              <a:gd name="connsiteY83" fmla="*/ 442272 h 442272"/>
              <a:gd name="connsiteX84" fmla="*/ 0 w 399901"/>
              <a:gd name="connsiteY84" fmla="*/ 420849 h 442272"/>
              <a:gd name="connsiteX85" fmla="*/ 21423 w 399901"/>
              <a:gd name="connsiteY85" fmla="*/ 399425 h 442272"/>
              <a:gd name="connsiteX86" fmla="*/ 43593 w 399901"/>
              <a:gd name="connsiteY86" fmla="*/ 400262 h 442272"/>
              <a:gd name="connsiteX87" fmla="*/ 335687 w 399901"/>
              <a:gd name="connsiteY87" fmla="*/ 99912 h 442272"/>
              <a:gd name="connsiteX88" fmla="*/ 335673 w 399901"/>
              <a:gd name="connsiteY88" fmla="*/ 70051 h 442272"/>
              <a:gd name="connsiteX89" fmla="*/ 301857 w 399901"/>
              <a:gd name="connsiteY89" fmla="*/ 70051 h 44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399901" h="442272">
                <a:moveTo>
                  <a:pt x="142870" y="114069"/>
                </a:moveTo>
                <a:lnTo>
                  <a:pt x="142870" y="195048"/>
                </a:lnTo>
                <a:lnTo>
                  <a:pt x="215377" y="158673"/>
                </a:lnTo>
                <a:cubicBezTo>
                  <a:pt x="199570" y="133227"/>
                  <a:pt x="172710" y="116703"/>
                  <a:pt x="142870" y="114069"/>
                </a:cubicBezTo>
                <a:close/>
                <a:moveTo>
                  <a:pt x="110702" y="102199"/>
                </a:moveTo>
                <a:lnTo>
                  <a:pt x="114942" y="115840"/>
                </a:lnTo>
                <a:lnTo>
                  <a:pt x="108121" y="117960"/>
                </a:lnTo>
                <a:cubicBezTo>
                  <a:pt x="69231" y="129928"/>
                  <a:pt x="42746" y="165926"/>
                  <a:pt x="42895" y="206616"/>
                </a:cubicBezTo>
                <a:cubicBezTo>
                  <a:pt x="42896" y="212942"/>
                  <a:pt x="43543" y="219252"/>
                  <a:pt x="44827" y="225446"/>
                </a:cubicBezTo>
                <a:cubicBezTo>
                  <a:pt x="55232" y="275656"/>
                  <a:pt x="104371" y="307923"/>
                  <a:pt x="154581" y="297518"/>
                </a:cubicBezTo>
                <a:cubicBezTo>
                  <a:pt x="204790" y="287113"/>
                  <a:pt x="237058" y="237975"/>
                  <a:pt x="226653" y="187766"/>
                </a:cubicBezTo>
                <a:lnTo>
                  <a:pt x="225217" y="180771"/>
                </a:lnTo>
                <a:lnTo>
                  <a:pt x="239206" y="177898"/>
                </a:lnTo>
                <a:lnTo>
                  <a:pt x="240643" y="184893"/>
                </a:lnTo>
                <a:cubicBezTo>
                  <a:pt x="242109" y="192041"/>
                  <a:pt x="242848" y="199319"/>
                  <a:pt x="242846" y="206616"/>
                </a:cubicBezTo>
                <a:cubicBezTo>
                  <a:pt x="242842" y="253512"/>
                  <a:pt x="212335" y="294954"/>
                  <a:pt x="167557" y="308891"/>
                </a:cubicBezTo>
                <a:cubicBezTo>
                  <a:pt x="111066" y="326475"/>
                  <a:pt x="51015" y="294934"/>
                  <a:pt x="33432" y="238443"/>
                </a:cubicBezTo>
                <a:cubicBezTo>
                  <a:pt x="15849" y="181952"/>
                  <a:pt x="47389" y="121903"/>
                  <a:pt x="103882" y="104319"/>
                </a:cubicBezTo>
                <a:close/>
                <a:moveTo>
                  <a:pt x="128588" y="99501"/>
                </a:moveTo>
                <a:lnTo>
                  <a:pt x="135729" y="99501"/>
                </a:lnTo>
                <a:cubicBezTo>
                  <a:pt x="176124" y="99908"/>
                  <a:pt x="213002" y="122557"/>
                  <a:pt x="231632" y="158402"/>
                </a:cubicBezTo>
                <a:lnTo>
                  <a:pt x="234959" y="164824"/>
                </a:lnTo>
                <a:lnTo>
                  <a:pt x="128588" y="218187"/>
                </a:lnTo>
                <a:close/>
                <a:moveTo>
                  <a:pt x="342563" y="0"/>
                </a:moveTo>
                <a:lnTo>
                  <a:pt x="381678" y="62017"/>
                </a:lnTo>
                <a:lnTo>
                  <a:pt x="369600" y="69632"/>
                </a:lnTo>
                <a:lnTo>
                  <a:pt x="343065" y="27560"/>
                </a:lnTo>
                <a:lnTo>
                  <a:pt x="326670" y="55769"/>
                </a:lnTo>
                <a:lnTo>
                  <a:pt x="349954" y="55769"/>
                </a:lnTo>
                <a:lnTo>
                  <a:pt x="349969" y="99912"/>
                </a:lnTo>
                <a:cubicBezTo>
                  <a:pt x="350005" y="182397"/>
                  <a:pt x="317878" y="261645"/>
                  <a:pt x="260413" y="320818"/>
                </a:cubicBezTo>
                <a:cubicBezTo>
                  <a:pt x="203939" y="380472"/>
                  <a:pt x="125467" y="414349"/>
                  <a:pt x="43321" y="414537"/>
                </a:cubicBezTo>
                <a:lnTo>
                  <a:pt x="21158" y="413700"/>
                </a:lnTo>
                <a:cubicBezTo>
                  <a:pt x="17319" y="413844"/>
                  <a:pt x="14280" y="416998"/>
                  <a:pt x="14278" y="420840"/>
                </a:cubicBezTo>
                <a:cubicBezTo>
                  <a:pt x="14277" y="424787"/>
                  <a:pt x="17476" y="427988"/>
                  <a:pt x="21423" y="427990"/>
                </a:cubicBezTo>
                <a:lnTo>
                  <a:pt x="178528" y="427990"/>
                </a:lnTo>
                <a:cubicBezTo>
                  <a:pt x="182470" y="427987"/>
                  <a:pt x="185666" y="424791"/>
                  <a:pt x="185669" y="420849"/>
                </a:cubicBezTo>
                <a:lnTo>
                  <a:pt x="185669" y="406566"/>
                </a:lnTo>
                <a:cubicBezTo>
                  <a:pt x="185669" y="394735"/>
                  <a:pt x="195260" y="385143"/>
                  <a:pt x="207092" y="385143"/>
                </a:cubicBezTo>
                <a:cubicBezTo>
                  <a:pt x="218923" y="385143"/>
                  <a:pt x="228515" y="394735"/>
                  <a:pt x="228515" y="406566"/>
                </a:cubicBezTo>
                <a:lnTo>
                  <a:pt x="228515" y="420849"/>
                </a:lnTo>
                <a:cubicBezTo>
                  <a:pt x="228515" y="424792"/>
                  <a:pt x="231712" y="427990"/>
                  <a:pt x="235656" y="427990"/>
                </a:cubicBezTo>
                <a:cubicBezTo>
                  <a:pt x="239600" y="427990"/>
                  <a:pt x="242797" y="424792"/>
                  <a:pt x="242797" y="420849"/>
                </a:cubicBezTo>
                <a:lnTo>
                  <a:pt x="242797" y="378002"/>
                </a:lnTo>
                <a:cubicBezTo>
                  <a:pt x="242797" y="366171"/>
                  <a:pt x="252389" y="356579"/>
                  <a:pt x="264220" y="356579"/>
                </a:cubicBezTo>
                <a:cubicBezTo>
                  <a:pt x="276052" y="356579"/>
                  <a:pt x="285644" y="366171"/>
                  <a:pt x="285644" y="378002"/>
                </a:cubicBezTo>
                <a:lnTo>
                  <a:pt x="285644" y="420849"/>
                </a:lnTo>
                <a:cubicBezTo>
                  <a:pt x="285644" y="424792"/>
                  <a:pt x="288841" y="427990"/>
                  <a:pt x="292785" y="427990"/>
                </a:cubicBezTo>
                <a:cubicBezTo>
                  <a:pt x="296728" y="427990"/>
                  <a:pt x="299926" y="424792"/>
                  <a:pt x="299926" y="420849"/>
                </a:cubicBezTo>
                <a:lnTo>
                  <a:pt x="299926" y="306592"/>
                </a:lnTo>
                <a:cubicBezTo>
                  <a:pt x="299926" y="294760"/>
                  <a:pt x="309517" y="285169"/>
                  <a:pt x="321349" y="285169"/>
                </a:cubicBezTo>
                <a:cubicBezTo>
                  <a:pt x="333180" y="285169"/>
                  <a:pt x="342772" y="294760"/>
                  <a:pt x="342772" y="306592"/>
                </a:cubicBezTo>
                <a:lnTo>
                  <a:pt x="342772" y="420849"/>
                </a:lnTo>
                <a:cubicBezTo>
                  <a:pt x="342772" y="424792"/>
                  <a:pt x="345969" y="427990"/>
                  <a:pt x="349913" y="427990"/>
                </a:cubicBezTo>
                <a:cubicBezTo>
                  <a:pt x="353857" y="427990"/>
                  <a:pt x="357054" y="424792"/>
                  <a:pt x="357054" y="420849"/>
                </a:cubicBezTo>
                <a:lnTo>
                  <a:pt x="357054" y="156636"/>
                </a:lnTo>
                <a:cubicBezTo>
                  <a:pt x="357054" y="144804"/>
                  <a:pt x="366646" y="135213"/>
                  <a:pt x="378477" y="135213"/>
                </a:cubicBezTo>
                <a:cubicBezTo>
                  <a:pt x="390309" y="135213"/>
                  <a:pt x="399901" y="144804"/>
                  <a:pt x="399901" y="156636"/>
                </a:cubicBezTo>
                <a:lnTo>
                  <a:pt x="399901" y="435116"/>
                </a:lnTo>
                <a:lnTo>
                  <a:pt x="385618" y="435116"/>
                </a:lnTo>
                <a:lnTo>
                  <a:pt x="385618" y="156636"/>
                </a:lnTo>
                <a:cubicBezTo>
                  <a:pt x="385618" y="152692"/>
                  <a:pt x="382421" y="149495"/>
                  <a:pt x="378477" y="149495"/>
                </a:cubicBezTo>
                <a:cubicBezTo>
                  <a:pt x="374533" y="149495"/>
                  <a:pt x="371336" y="152692"/>
                  <a:pt x="371336" y="156636"/>
                </a:cubicBezTo>
                <a:lnTo>
                  <a:pt x="371336" y="420849"/>
                </a:lnTo>
                <a:cubicBezTo>
                  <a:pt x="371336" y="432680"/>
                  <a:pt x="361745" y="442272"/>
                  <a:pt x="349913" y="442272"/>
                </a:cubicBezTo>
                <a:cubicBezTo>
                  <a:pt x="338081" y="442272"/>
                  <a:pt x="328490" y="432680"/>
                  <a:pt x="328490" y="420849"/>
                </a:cubicBezTo>
                <a:lnTo>
                  <a:pt x="328490" y="306592"/>
                </a:lnTo>
                <a:cubicBezTo>
                  <a:pt x="328490" y="302648"/>
                  <a:pt x="325293" y="299451"/>
                  <a:pt x="321349" y="299451"/>
                </a:cubicBezTo>
                <a:cubicBezTo>
                  <a:pt x="317405" y="299451"/>
                  <a:pt x="314208" y="302648"/>
                  <a:pt x="314208" y="306592"/>
                </a:cubicBezTo>
                <a:lnTo>
                  <a:pt x="314208" y="420849"/>
                </a:lnTo>
                <a:cubicBezTo>
                  <a:pt x="314208" y="432680"/>
                  <a:pt x="304616" y="442272"/>
                  <a:pt x="292785" y="442272"/>
                </a:cubicBezTo>
                <a:cubicBezTo>
                  <a:pt x="280953" y="442272"/>
                  <a:pt x="271361" y="432680"/>
                  <a:pt x="271361" y="420849"/>
                </a:cubicBezTo>
                <a:lnTo>
                  <a:pt x="271361" y="378002"/>
                </a:lnTo>
                <a:cubicBezTo>
                  <a:pt x="271361" y="374058"/>
                  <a:pt x="268164" y="370861"/>
                  <a:pt x="264220" y="370861"/>
                </a:cubicBezTo>
                <a:cubicBezTo>
                  <a:pt x="260276" y="370861"/>
                  <a:pt x="257079" y="374058"/>
                  <a:pt x="257079" y="378002"/>
                </a:cubicBezTo>
                <a:lnTo>
                  <a:pt x="257079" y="420849"/>
                </a:lnTo>
                <a:cubicBezTo>
                  <a:pt x="257079" y="432680"/>
                  <a:pt x="247488" y="442272"/>
                  <a:pt x="235656" y="442272"/>
                </a:cubicBezTo>
                <a:cubicBezTo>
                  <a:pt x="223824" y="442272"/>
                  <a:pt x="214233" y="432680"/>
                  <a:pt x="214233" y="420849"/>
                </a:cubicBezTo>
                <a:lnTo>
                  <a:pt x="214233" y="406566"/>
                </a:lnTo>
                <a:cubicBezTo>
                  <a:pt x="214233" y="402623"/>
                  <a:pt x="211036" y="399425"/>
                  <a:pt x="207092" y="399425"/>
                </a:cubicBezTo>
                <a:cubicBezTo>
                  <a:pt x="203148" y="399425"/>
                  <a:pt x="199951" y="402623"/>
                  <a:pt x="199951" y="406566"/>
                </a:cubicBezTo>
                <a:lnTo>
                  <a:pt x="199951" y="420849"/>
                </a:lnTo>
                <a:cubicBezTo>
                  <a:pt x="199938" y="432675"/>
                  <a:pt x="190354" y="442259"/>
                  <a:pt x="178528" y="442272"/>
                </a:cubicBezTo>
                <a:lnTo>
                  <a:pt x="21423" y="442272"/>
                </a:lnTo>
                <a:cubicBezTo>
                  <a:pt x="9592" y="442272"/>
                  <a:pt x="0" y="432680"/>
                  <a:pt x="0" y="420849"/>
                </a:cubicBezTo>
                <a:cubicBezTo>
                  <a:pt x="0" y="409017"/>
                  <a:pt x="9592" y="399425"/>
                  <a:pt x="21423" y="399425"/>
                </a:cubicBezTo>
                <a:lnTo>
                  <a:pt x="43593" y="400262"/>
                </a:lnTo>
                <a:cubicBezTo>
                  <a:pt x="201799" y="400255"/>
                  <a:pt x="335687" y="262713"/>
                  <a:pt x="335687" y="99912"/>
                </a:cubicBezTo>
                <a:lnTo>
                  <a:pt x="335673" y="70051"/>
                </a:lnTo>
                <a:lnTo>
                  <a:pt x="301857" y="70051"/>
                </a:lnTo>
                <a:close/>
              </a:path>
            </a:pathLst>
          </a:custGeom>
          <a:solidFill>
            <a:schemeClr val="bg1"/>
          </a:solidFill>
          <a:ln w="8507" cap="flat">
            <a:noFill/>
            <a:prstDash val="solid"/>
            <a:miter/>
          </a:ln>
        </p:spPr>
        <p:txBody>
          <a:bodyPr wrap="square" rtlCol="0" anchor="ctr">
            <a:normAutofit/>
          </a:bodyPr>
          <a:lstStyle/>
          <a:p>
            <a:pPr defTabSz="457200">
              <a:lnSpc>
                <a:spcPct val="120000"/>
              </a:lnSpc>
            </a:pPr>
            <a:endParaRPr lang="zh-CN" altLang="en-US">
              <a:solidFill>
                <a:srgbClr val="22222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文本框 95"/>
          <p:cNvSpPr txBox="1"/>
          <p:nvPr>
            <p:custDataLst>
              <p:tags r:id="rId10"/>
            </p:custDataLst>
          </p:nvPr>
        </p:nvSpPr>
        <p:spPr>
          <a:xfrm>
            <a:off x="6728353" y="1636233"/>
            <a:ext cx="3825495" cy="439689"/>
          </a:xfrm>
          <a:prstGeom prst="rect">
            <a:avLst/>
          </a:prstGeom>
          <a:noFill/>
        </p:spPr>
        <p:txBody>
          <a:bodyPr wrap="square" tIns="46800" bIns="0" rtlCol="0" anchor="b">
            <a:noAutofit/>
          </a:bodyPr>
          <a:lstStyle>
            <a:defPPr>
              <a:defRPr lang="en-US"/>
            </a:defPPr>
            <a:lvl1pPr>
              <a:defRPr kumimoji="1" b="1">
                <a:solidFill>
                  <a:schemeClr val="accent1"/>
                </a:solidFill>
                <a:latin typeface="+mn-ea"/>
              </a:defRPr>
            </a:lvl1pPr>
          </a:lstStyle>
          <a:p>
            <a:pPr defTabSz="457200">
              <a:lnSpc>
                <a:spcPct val="120000"/>
              </a:lnSpc>
            </a:pPr>
            <a:r>
              <a:rPr lang="zh-CN" altLang="en-US" sz="3600" spc="3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天气</a:t>
            </a:r>
          </a:p>
        </p:txBody>
      </p:sp>
      <p:sp>
        <p:nvSpPr>
          <p:cNvPr id="18" name="文本框 96"/>
          <p:cNvSpPr txBox="1"/>
          <p:nvPr>
            <p:custDataLst>
              <p:tags r:id="rId11"/>
            </p:custDataLst>
          </p:nvPr>
        </p:nvSpPr>
        <p:spPr>
          <a:xfrm>
            <a:off x="6728354" y="2075922"/>
            <a:ext cx="3825495" cy="834034"/>
          </a:xfrm>
          <a:prstGeom prst="rect">
            <a:avLst/>
          </a:prstGeom>
          <a:noFill/>
        </p:spPr>
        <p:txBody>
          <a:bodyPr wrap="square" lIns="90000" tIns="0" rtlCol="0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defRPr kumimoji="1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457200">
              <a:lnSpc>
                <a:spcPct val="120000"/>
              </a:lnSpc>
            </a:pPr>
            <a:r>
              <a:rPr lang="zh-CN" altLang="en-US" sz="20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晴天、小雨、暴雨、沙尘暴</a:t>
            </a:r>
            <a:r>
              <a:rPr lang="en-US" altLang="zh-CN" sz="20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 </a:t>
            </a:r>
            <a:r>
              <a:rPr lang="zh-CN" altLang="en-US" sz="20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、高温</a:t>
            </a:r>
            <a:endParaRPr lang="zh-CN" altLang="en-US" sz="2000" spc="150">
              <a:solidFill>
                <a:schemeClr val="tx1">
                  <a:lumMod val="75000"/>
                  <a:lumOff val="25000"/>
                </a:schemeClr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+mn-ea"/>
            </a:endParaRPr>
          </a:p>
        </p:txBody>
      </p:sp>
      <p:sp>
        <p:nvSpPr>
          <p:cNvPr id="19" name="文本框 99"/>
          <p:cNvSpPr txBox="1"/>
          <p:nvPr>
            <p:custDataLst>
              <p:tags r:id="rId12"/>
            </p:custDataLst>
          </p:nvPr>
        </p:nvSpPr>
        <p:spPr>
          <a:xfrm>
            <a:off x="8240705" y="4244414"/>
            <a:ext cx="1712407" cy="439672"/>
          </a:xfrm>
          <a:prstGeom prst="rect">
            <a:avLst/>
          </a:prstGeom>
          <a:noFill/>
        </p:spPr>
        <p:txBody>
          <a:bodyPr wrap="square" tIns="46800" bIns="0" rtlCol="0" anchor="b">
            <a:noAutofit/>
          </a:bodyPr>
          <a:lstStyle>
            <a:defPPr>
              <a:defRPr lang="en-US"/>
            </a:defPPr>
            <a:lvl1pPr>
              <a:defRPr kumimoji="1" b="1">
                <a:solidFill>
                  <a:schemeClr val="accent1"/>
                </a:solidFill>
                <a:latin typeface="+mn-ea"/>
              </a:defRPr>
            </a:lvl1pPr>
          </a:lstStyle>
          <a:p>
            <a:pPr defTabSz="457200">
              <a:lnSpc>
                <a:spcPct val="120000"/>
              </a:lnSpc>
            </a:pPr>
            <a:r>
              <a:rPr lang="zh-CN" altLang="en-US" sz="3600" spc="3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农作物</a:t>
            </a:r>
          </a:p>
        </p:txBody>
      </p:sp>
      <p:sp>
        <p:nvSpPr>
          <p:cNvPr id="20" name="文本框 100"/>
          <p:cNvSpPr txBox="1"/>
          <p:nvPr>
            <p:custDataLst>
              <p:tags r:id="rId13"/>
            </p:custDataLst>
          </p:nvPr>
        </p:nvSpPr>
        <p:spPr>
          <a:xfrm>
            <a:off x="8241077" y="4684169"/>
            <a:ext cx="1915606" cy="834260"/>
          </a:xfrm>
          <a:prstGeom prst="rect">
            <a:avLst/>
          </a:prstGeom>
          <a:noFill/>
        </p:spPr>
        <p:txBody>
          <a:bodyPr wrap="square" lIns="90000" tIns="0" rtlCol="0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defRPr kumimoji="1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457200">
              <a:lnSpc>
                <a:spcPct val="120000"/>
              </a:lnSpc>
            </a:pPr>
            <a:r>
              <a:rPr lang="zh-CN" altLang="en-US" sz="2000">
                <a:sym typeface="+mn-ea"/>
              </a:rPr>
              <a:t>苹果、向日葵、小麦</a:t>
            </a:r>
            <a:endParaRPr lang="zh-CN" altLang="en-US" sz="2000"/>
          </a:p>
          <a:p>
            <a:pPr defTabSz="457200">
              <a:lnSpc>
                <a:spcPct val="120000"/>
              </a:lnSpc>
            </a:pPr>
            <a:endParaRPr lang="zh-CN" altLang="en-US" sz="2000" spc="1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文本框 103"/>
          <p:cNvSpPr txBox="1"/>
          <p:nvPr>
            <p:custDataLst>
              <p:tags r:id="rId14"/>
            </p:custDataLst>
          </p:nvPr>
        </p:nvSpPr>
        <p:spPr>
          <a:xfrm>
            <a:off x="1399243" y="4244414"/>
            <a:ext cx="2150718" cy="439672"/>
          </a:xfrm>
          <a:prstGeom prst="rect">
            <a:avLst/>
          </a:prstGeom>
          <a:noFill/>
        </p:spPr>
        <p:txBody>
          <a:bodyPr wrap="square" tIns="46800" bIns="0" rtlCol="0" anchor="b">
            <a:noAutofit/>
          </a:bodyPr>
          <a:lstStyle>
            <a:defPPr>
              <a:defRPr lang="en-US"/>
            </a:defPPr>
            <a:lvl1pPr>
              <a:defRPr kumimoji="1" b="1">
                <a:solidFill>
                  <a:schemeClr val="accent1"/>
                </a:solidFill>
                <a:latin typeface="+mn-ea"/>
              </a:defRPr>
            </a:lvl1pPr>
          </a:lstStyle>
          <a:p>
            <a:pPr algn="r" defTabSz="457200">
              <a:lnSpc>
                <a:spcPct val="120000"/>
              </a:lnSpc>
            </a:pPr>
            <a:r>
              <a:rPr lang="zh-CN" altLang="en-US" sz="3600" spc="3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建筑物</a:t>
            </a:r>
          </a:p>
        </p:txBody>
      </p:sp>
      <p:sp>
        <p:nvSpPr>
          <p:cNvPr id="22" name="文本框 104"/>
          <p:cNvSpPr txBox="1"/>
          <p:nvPr>
            <p:custDataLst>
              <p:tags r:id="rId15"/>
            </p:custDataLst>
          </p:nvPr>
        </p:nvSpPr>
        <p:spPr>
          <a:xfrm>
            <a:off x="943727" y="4684169"/>
            <a:ext cx="2606196" cy="834260"/>
          </a:xfrm>
          <a:prstGeom prst="rect">
            <a:avLst/>
          </a:prstGeom>
          <a:noFill/>
        </p:spPr>
        <p:txBody>
          <a:bodyPr wrap="square" lIns="90000" tIns="0" rtlCol="0">
            <a:normAutofit/>
          </a:bodyPr>
          <a:lstStyle>
            <a:defPPr>
              <a:defRPr lang="en-US"/>
            </a:defPPr>
            <a:lvl1pPr>
              <a:lnSpc>
                <a:spcPct val="130000"/>
              </a:lnSpc>
              <a:defRPr kumimoji="1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r" defTabSz="457200">
              <a:lnSpc>
                <a:spcPct val="120000"/>
              </a:lnSpc>
            </a:pPr>
            <a:r>
              <a:rPr lang="zh-CN" altLang="en-US" sz="1800">
                <a:sym typeface="+mn-ea"/>
              </a:rPr>
              <a:t>商店</a:t>
            </a:r>
            <a:endParaRPr lang="zh-CN" altLang="en-US" sz="1800"/>
          </a:p>
          <a:p>
            <a:pPr algn="r" defTabSz="457200">
              <a:lnSpc>
                <a:spcPct val="120000"/>
              </a:lnSpc>
            </a:pPr>
            <a:r>
              <a:rPr lang="zh-CN" altLang="en-US" sz="1800">
                <a:sym typeface="+mn-ea"/>
              </a:rPr>
              <a:t>仓库</a:t>
            </a:r>
            <a:endParaRPr lang="zh-CN" altLang="en-US" sz="1800"/>
          </a:p>
          <a:p>
            <a:pPr algn="r" defTabSz="457200">
              <a:lnSpc>
                <a:spcPct val="120000"/>
              </a:lnSpc>
            </a:pPr>
            <a:endParaRPr lang="zh-CN" altLang="en-US" sz="1800" spc="1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43610" y="599440"/>
            <a:ext cx="3055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spc="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rPr>
              <a:t>农场元素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金币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561465"/>
            <a:ext cx="4457065" cy="37350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/>
              <a:t>金币是玩家在游戏中的私有财产。玩家在进入游戏时拥有的初始金币为500金币，玩家随意支配自己的金币进行种植，并可通过出售农作物来获取金币</a:t>
            </a:r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1906905"/>
            <a:ext cx="5478780" cy="3810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时间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03705"/>
            <a:ext cx="5015230" cy="3094990"/>
          </a:xfrm>
        </p:spPr>
        <p:txBody>
          <a:bodyPr>
            <a:normAutofit fontScale="97500" lnSpcReduction="10000"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800"/>
              <a:t>小河农场中的时间是自动流逝的，随着时间的流逝，农作物会自然生长，玩家可通过浇水与施肥加快农作物的生长，使自己种下的农作物提前成熟。</a:t>
            </a:r>
          </a:p>
        </p:txBody>
      </p:sp>
      <p:pic>
        <p:nvPicPr>
          <p:cNvPr id="4" name="图片 3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25" y="1508760"/>
            <a:ext cx="6069330" cy="40309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建造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82345"/>
            <a:ext cx="5828665" cy="5560695"/>
          </a:xfrm>
        </p:spPr>
        <p:txBody>
          <a:bodyPr>
            <a:normAutofit fontScale="97500" lnSpcReduction="10000"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800"/>
              <a:t>玩家可通过鼠标点击“建造”按钮进行建造，弹出页面会显示名称、数量、金币与操作四栏，可建造的物体为商店与仓库。玩家可建造多个商店，单击右键可以停止建造。商店一旦建成不可拆除。</a:t>
            </a: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800"/>
              <a:t>商店和仓库中均可看到农产品名称与数量，同时提供销售渠道，玩家可通过单击雪“销售“按钮实现</a:t>
            </a:r>
          </a:p>
        </p:txBody>
      </p:sp>
      <p:pic>
        <p:nvPicPr>
          <p:cNvPr id="4" name="图片 3" descr="CangK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150" y="520700"/>
            <a:ext cx="3914775" cy="2790825"/>
          </a:xfrm>
          <a:prstGeom prst="rect">
            <a:avLst/>
          </a:prstGeom>
        </p:spPr>
      </p:pic>
      <p:pic>
        <p:nvPicPr>
          <p:cNvPr id="5" name="图片 4" descr="sh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3616960"/>
            <a:ext cx="3747135" cy="29737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044065"/>
            <a:ext cx="4289425" cy="2769870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lang="zh-CN" altLang="en-US" sz="2800"/>
              <a:t>玩家可通过单击“任务”按钮进入任务页面，在任务页面上可以看到当前的任务</a:t>
            </a:r>
          </a:p>
        </p:txBody>
      </p:sp>
      <p:pic>
        <p:nvPicPr>
          <p:cNvPr id="4" name="图片 3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470" y="1593215"/>
            <a:ext cx="6490335" cy="39757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聊天（亮点）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044065"/>
            <a:ext cx="4289425" cy="276987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lang="zh-CN" altLang="en-US" sz="2800" dirty="0"/>
              <a:t>玩家可通过单击“聊天”按钮进入聊天页面，玩家可与农场内的智能游戏人物进行交流</a:t>
            </a:r>
          </a:p>
        </p:txBody>
      </p:sp>
      <p:pic>
        <p:nvPicPr>
          <p:cNvPr id="6" name="图片 5" descr="NongF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540" y="443230"/>
            <a:ext cx="3472815" cy="62179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</a:rPr>
              <a:t>分工介绍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656118" y="1315720"/>
            <a:ext cx="3466119" cy="1639615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/>
          <a:p>
            <a:pPr algn="ctr"/>
            <a:r>
              <a:rPr lang="en-US" altLang="zh-CN" sz="8000" b="1" dirty="0">
                <a:solidFill>
                  <a:schemeClr val="accent1"/>
                </a:solidFill>
                <a:uFillTx/>
                <a:latin typeface="汉仪文黑-75简" panose="00020600040101010101" charset="-122"/>
                <a:ea typeface="汉仪文黑-55简" panose="00020600040101010101" charset="-122"/>
              </a:rPr>
              <a:t>02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116" y="147399"/>
            <a:ext cx="10852237" cy="441964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小组部分分工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B018CA4-FA9B-4456-A323-720454939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934767"/>
              </p:ext>
            </p:extLst>
          </p:nvPr>
        </p:nvGraphicFramePr>
        <p:xfrm>
          <a:off x="578998" y="754380"/>
          <a:ext cx="10670471" cy="60236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8738">
                  <a:extLst>
                    <a:ext uri="{9D8B030D-6E8A-4147-A177-3AD203B41FA5}">
                      <a16:colId xmlns:a16="http://schemas.microsoft.com/office/drawing/2014/main" val="2811283173"/>
                    </a:ext>
                  </a:extLst>
                </a:gridCol>
                <a:gridCol w="2333164">
                  <a:extLst>
                    <a:ext uri="{9D8B030D-6E8A-4147-A177-3AD203B41FA5}">
                      <a16:colId xmlns:a16="http://schemas.microsoft.com/office/drawing/2014/main" val="3134588492"/>
                    </a:ext>
                  </a:extLst>
                </a:gridCol>
                <a:gridCol w="6318569">
                  <a:extLst>
                    <a:ext uri="{9D8B030D-6E8A-4147-A177-3AD203B41FA5}">
                      <a16:colId xmlns:a16="http://schemas.microsoft.com/office/drawing/2014/main" val="1770002016"/>
                    </a:ext>
                  </a:extLst>
                </a:gridCol>
              </a:tblGrid>
              <a:tr h="961901">
                <a:tc>
                  <a:txBody>
                    <a:bodyPr/>
                    <a:lstStyle/>
                    <a:p>
                      <a:pPr algn="ctr"/>
                      <a:r>
                        <a:rPr lang="zh-CN" sz="1050">
                          <a:effectLst/>
                        </a:rPr>
                        <a:t>何正邦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dirty="0">
                          <a:effectLst/>
                        </a:rPr>
                        <a:t>开发</a:t>
                      </a:r>
                      <a:r>
                        <a:rPr lang="en-US" altLang="zh-CN" sz="1050" dirty="0">
                          <a:effectLst/>
                        </a:rPr>
                        <a:t>,</a:t>
                      </a:r>
                      <a:r>
                        <a:rPr lang="zh-CN" altLang="en-US" sz="1050" dirty="0">
                          <a:effectLst/>
                        </a:rPr>
                        <a:t>测试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dirty="0">
                          <a:effectLst/>
                        </a:rPr>
                        <a:t>植物播种状态，植物基类与苹果树，</a:t>
                      </a:r>
                      <a:r>
                        <a:rPr lang="en-US" altLang="zh-CN" sz="1050" dirty="0">
                          <a:effectLst/>
                        </a:rPr>
                        <a:t>UI</a:t>
                      </a:r>
                      <a:r>
                        <a:rPr lang="zh-CN" altLang="en-US" sz="1050" dirty="0">
                          <a:effectLst/>
                        </a:rPr>
                        <a:t>窗口的重构，仓库逻辑的开发</a:t>
                      </a:r>
                      <a:r>
                        <a:rPr lang="en-US" altLang="zh-CN" sz="1050" dirty="0">
                          <a:effectLst/>
                        </a:rPr>
                        <a:t>,</a:t>
                      </a:r>
                      <a:r>
                        <a:rPr lang="zh-CN" altLang="en-US" sz="1050" dirty="0">
                          <a:effectLst/>
                        </a:rPr>
                        <a:t>第一人称与第三人称切换主逻辑开发，</a:t>
                      </a:r>
                      <a:r>
                        <a:rPr lang="en-US" altLang="zh-CN" sz="1050" dirty="0" err="1">
                          <a:effectLst/>
                        </a:rPr>
                        <a:t>ChatGPT</a:t>
                      </a:r>
                      <a:r>
                        <a:rPr lang="zh-CN" altLang="en-US" sz="1050" dirty="0">
                          <a:effectLst/>
                        </a:rPr>
                        <a:t>接入逻辑开发，实现</a:t>
                      </a:r>
                      <a:r>
                        <a:rPr lang="en-US" altLang="zh-CN" sz="1000" dirty="0" err="1">
                          <a:effectLst/>
                        </a:rPr>
                        <a:t>ChatGPT</a:t>
                      </a:r>
                      <a:r>
                        <a:rPr lang="zh-CN" altLang="en-US" sz="1000" dirty="0">
                          <a:effectLst/>
                        </a:rPr>
                        <a:t>对任务的获取和对天气预报的实现，场景搭建与优化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2766240"/>
                  </a:ext>
                </a:extLst>
              </a:tr>
              <a:tr h="979478">
                <a:tc>
                  <a:txBody>
                    <a:bodyPr/>
                    <a:lstStyle/>
                    <a:p>
                      <a:pPr algn="ctr"/>
                      <a:r>
                        <a:rPr lang="zh-CN" sz="1050" dirty="0">
                          <a:effectLst/>
                        </a:rPr>
                        <a:t>张凯华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dirty="0">
                          <a:effectLst/>
                        </a:rPr>
                        <a:t>开发</a:t>
                      </a:r>
                      <a:r>
                        <a:rPr lang="zh-CN" altLang="en-US" sz="1050" dirty="0">
                          <a:effectLst/>
                        </a:rPr>
                        <a:t>、测试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基础建造系统：包括建造面板、预制体吸附鼠标，建筑吸附功能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天气系统：包括基础天气实现（天空盒、光照、粒子系统）、天气切换、对接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ChatGPT</a:t>
                      </a: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的接口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图鉴系统：包括图鉴面板、分页、配置文件等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每日结算：包括过场动画、结算面板、对接天气系统的天气切换等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任务系统：包括任务面板、任务结算、任务发布、对接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ChatGPT</a:t>
                      </a: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的接口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NPC</a:t>
                      </a: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：使用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Unity</a:t>
                      </a: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NavMesh</a:t>
                      </a: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实现了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NPC</a:t>
                      </a: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的随机移动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相机控制：实现了第三人称下的相机控制，包括相机移动、缩放、范围限制等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时间系统：实现了一套基础的时间系统，主要用于每日结算、植物生长、面板打开时的暂停、定时执行事件等功能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新手教程：实现了新手教程功能，包括限制点击、用户引导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17243560"/>
                  </a:ext>
                </a:extLst>
              </a:tr>
              <a:tr h="979478">
                <a:tc>
                  <a:txBody>
                    <a:bodyPr/>
                    <a:lstStyle/>
                    <a:p>
                      <a:pPr algn="ctr"/>
                      <a:r>
                        <a:rPr lang="zh-CN" sz="1050">
                          <a:effectLst/>
                        </a:rPr>
                        <a:t>薛岩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dirty="0">
                          <a:effectLst/>
                        </a:rPr>
                        <a:t>开发</a:t>
                      </a:r>
                      <a:r>
                        <a:rPr lang="zh-CN" altLang="en-US" sz="1050" dirty="0">
                          <a:effectLst/>
                        </a:rPr>
                        <a:t>，美工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完善建造面板，建筑物配置以及建造功能重构，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商店面板，建造动画与打开商店面板，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开始界面，存档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947289"/>
                  </a:ext>
                </a:extLst>
              </a:tr>
              <a:tr h="979478">
                <a:tc>
                  <a:txBody>
                    <a:bodyPr/>
                    <a:lstStyle/>
                    <a:p>
                      <a:pPr algn="ctr"/>
                      <a:r>
                        <a:rPr lang="zh-CN" sz="1050">
                          <a:effectLst/>
                        </a:rPr>
                        <a:t>汪伟贤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dirty="0">
                          <a:effectLst/>
                        </a:rPr>
                        <a:t>开发</a:t>
                      </a:r>
                      <a:r>
                        <a:rPr lang="zh-CN" altLang="en-US" sz="1050" dirty="0">
                          <a:effectLst/>
                        </a:rPr>
                        <a:t>，美工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前期功能策划与游戏内容框架搭建</a:t>
                      </a:r>
                      <a:b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物体放置与吸附功能实现</a:t>
                      </a:r>
                      <a:b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植物种植、生长、浇水、收获判定、经验获取等功能实现</a:t>
                      </a:r>
                      <a:b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商店面板搭建及按钮功能实现</a:t>
                      </a:r>
                      <a:b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仓库售卖判定等功能实现</a:t>
                      </a:r>
                      <a:b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图鉴内容完善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5004366"/>
                  </a:ext>
                </a:extLst>
              </a:tr>
              <a:tr h="912368">
                <a:tc>
                  <a:txBody>
                    <a:bodyPr/>
                    <a:lstStyle/>
                    <a:p>
                      <a:pPr algn="ctr"/>
                      <a:r>
                        <a:rPr lang="zh-CN" sz="1050">
                          <a:effectLst/>
                        </a:rPr>
                        <a:t>刘昊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dirty="0">
                          <a:effectLst/>
                        </a:rPr>
                        <a:t>开发</a:t>
                      </a:r>
                      <a:r>
                        <a:rPr lang="zh-CN" altLang="en-US" sz="1050" dirty="0">
                          <a:effectLst/>
                        </a:rPr>
                        <a:t>、美工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400"/>
                        </a:spcAft>
                      </a:pPr>
                      <a:r>
                        <a:rPr lang="zh-CN" altLang="en-US" sz="1050" dirty="0"/>
                        <a:t>金币消耗相关逻辑，向日葵田地生长相关周期，建造面板与</a:t>
                      </a:r>
                      <a:r>
                        <a:rPr lang="en-US" altLang="zh-CN" sz="1050" dirty="0"/>
                        <a:t>UI</a:t>
                      </a:r>
                      <a:r>
                        <a:rPr lang="zh-CN" altLang="en-US" sz="1050" dirty="0"/>
                        <a:t>面板</a:t>
                      </a:r>
                      <a:r>
                        <a:rPr lang="en-US" altLang="zh-CN" sz="1050" dirty="0"/>
                        <a:t>bug</a:t>
                      </a:r>
                      <a:r>
                        <a:rPr lang="zh-CN" altLang="en-US" sz="1050" dirty="0"/>
                        <a:t>修复，植物成熟状态，植物图鉴，天气图鉴，主要游戏资源，如图鉴图片，字体美化等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65018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6985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</a:rPr>
              <a:t>项目演示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656118" y="1315720"/>
            <a:ext cx="3466119" cy="1639615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/>
          <a:p>
            <a:pPr algn="ctr"/>
            <a:r>
              <a:rPr lang="en-US" altLang="zh-CN" sz="8000" b="1" dirty="0">
                <a:solidFill>
                  <a:schemeClr val="accent1"/>
                </a:solidFill>
                <a:uFillTx/>
                <a:latin typeface="汉仪文黑-75简" panose="00020600040101010101" charset="-122"/>
                <a:ea typeface="汉仪文黑-55简" panose="00020600040101010101" charset="-122"/>
              </a:rPr>
              <a:t>03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QzMTc4ODIzZWFmZjNiYTQ0Njk2ZTljZmExZTQ4ODAifQ=="/>
  <p:tag name="KSO_WPP_MARK_KEY" val="a0fad7c4-9c6b-496b-96df-3c3505ddd1e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12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12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23128"/>
  <p:tag name="KSO_WM_CHIP_COLORING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2*i*1"/>
  <p:tag name="KSO_WM_BEAUTIFY_FLAG" val="#wm#"/>
  <p:tag name="KSO_WM_TAG_VERSION" val="1.0"/>
  <p:tag name="KSO_WM_CHIP_GROUPID" val="62cbd1ac67e1b3ac3a1081fd"/>
  <p:tag name="KSO_WM_CHIP_XID" val="62cbd1fe67e1b3ac3a108799"/>
  <p:tag name="KSO_WM_UNIT_DEC_AREA_ID" val="f3192c3def2244529a9a6c33f9475a0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56c7d27f2d54a27814e1a1edbcaa16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128"/>
  <p:tag name="KSO_WM_UNIT_TYPE" val="i"/>
  <p:tag name="KSO_WM_UNIT_INDEX" val="1"/>
  <p:tag name="KSO_WM_UNIT_ID" val="chip20223128_4*i*1"/>
  <p:tag name="KSO_WM_BEAUTIFY_FLAG" val="#wm#"/>
  <p:tag name="KSO_WM_TAG_VERSION" val="1.0"/>
  <p:tag name="KSO_WM_CHIP_GROUPID" val="62cbd1ac67e1b3ac3a1081fd"/>
  <p:tag name="KSO_WM_CHIP_XID" val="62cbd1fe67e1b3ac3a1086f6"/>
  <p:tag name="KSO_WM_UNIT_DEC_AREA_ID" val="1c38e4faa23e46f186b39e3ea8b75fdb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44a4dd2f67648ddb6649814ce7fe0e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r"/>
  <p:tag name="KSO_WM_TEMPLATE_CATEGORY" val="chip"/>
  <p:tag name="KSO_WM_TEMPLATE_INDEX" val="20223128"/>
  <p:tag name="KSO_WM_UNIT_TYPE" val="i"/>
  <p:tag name="KSO_WM_UNIT_INDEX" val="1"/>
  <p:tag name="KSO_WM_UNIT_ID" val="chip20223128_3*i*1"/>
  <p:tag name="KSO_WM_BEAUTIFY_FLAG" val="#wm#"/>
  <p:tag name="KSO_WM_TAG_VERSION" val="1.0"/>
  <p:tag name="KSO_WM_CHIP_GROUPID" val="62cbd1ac67e1b3ac3a1081fd"/>
  <p:tag name="KSO_WM_CHIP_XID" val="62cbd1fe67e1b3ac3a108720"/>
  <p:tag name="KSO_WM_UNIT_DEC_AREA_ID" val="a7cdde22d573462b9021e42b5403c182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fc9b7ed2cd348c6ba758fbe33c717f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80;88;2"/>
  <p:tag name="KSO_WM_UNIT_BLOCK" val="0"/>
  <p:tag name="KSO_WM_UNIT_DEC_AREA_ID" val="5e08d8173b6c4269aba64d186e85e334"/>
  <p:tag name="KSO_WM_UNIT_ISCONTENTSTITLE" val="0"/>
  <p:tag name="KSO_WM_UNIT_ISNUMDGMTITLE" val="0"/>
  <p:tag name="KSO_WM_UNIT_PRESET_TEXT" val="产品简约风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8f49689c10084382b7d918423cae8c2f"/>
  <p:tag name="KSO_WM_UNIT_TEXT_FILL_FORE_SCHEMECOLOR_INDEX_BRIGHTNESS" val="0.15"/>
  <p:tag name="KSO_WM_UNIT_TEXT_FILL_FORE_SCHEMECOLOR_INDEX" val="13"/>
  <p:tag name="KSO_WM_UNIT_TEXT_FILL_TYPE" val="1"/>
  <p:tag name="KSO_WM_TEMPLATE_ASSEMBLE_XID" val="6311ae59a35593066d0ad632"/>
  <p:tag name="KSO_WM_TEMPLATE_ASSEMBLE_GROUPID" val="62cbd1ac67e1b3ac3a1081f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26;2"/>
  <p:tag name="KSO_WM_UNIT_BLOCK" val="0"/>
  <p:tag name="KSO_WM_UNIT_DEC_AREA_ID" val="b2b50a5b6e2a4a5ca0f2e4e2931119de"/>
  <p:tag name="KSO_WM_UNIT_SUBTYPE" val="a"/>
  <p:tag name="KSO_WM_UNIT_PRESET_TEXT" val="单击此处添加文本具体内容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128_1*f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8f49689c10084382b7d918423cae8c2f"/>
  <p:tag name="KSO_WM_UNIT_TEXT_FILL_FORE_SCHEMECOLOR_INDEX_BRIGHTNESS" val="0.15"/>
  <p:tag name="KSO_WM_UNIT_TEXT_FILL_FORE_SCHEMECOLOR_INDEX" val="13"/>
  <p:tag name="KSO_WM_UNIT_TEXT_FILL_TYPE" val="1"/>
  <p:tag name="KSO_WM_TEMPLATE_ASSEMBLE_XID" val="6311ae59a35593066d0ad632"/>
  <p:tag name="KSO_WM_TEMPLATE_ASSEMBLE_GROUPID" val="62cbd1ac67e1b3ac3a1081f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0;22;2"/>
  <p:tag name="KSO_WM_UNIT_BLOCK" val="0"/>
  <p:tag name="KSO_WM_UNIT_DEC_AREA_ID" val="d2d61bb658c44e508de2f6f6dd31dce7"/>
  <p:tag name="KSO_WM_UNIT_SUBTYPE" val="b"/>
  <p:tag name="KSO_WM_UNIT_PRESET_TEXT" val="汇报人姓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3128_1*f*2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8f49689c10084382b7d918423cae8c2f"/>
  <p:tag name="KSO_WM_UNIT_TEXT_FILL_FORE_SCHEMECOLOR_INDEX_BRIGHTNESS" val="0.15"/>
  <p:tag name="KSO_WM_UNIT_TEXT_FILL_FORE_SCHEMECOLOR_INDEX" val="13"/>
  <p:tag name="KSO_WM_UNIT_TEXT_FILL_TYPE" val="1"/>
  <p:tag name="KSO_WM_TEMPLATE_ASSEMBLE_XID" val="6311ae59a35593066d0ad632"/>
  <p:tag name="KSO_WM_TEMPLATE_ASSEMBLE_GROUPID" val="62cbd1ac67e1b3ac3a1081f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4*i*1"/>
  <p:tag name="KSO_WM_BEAUTIFY_FLAG" val="#wm#"/>
  <p:tag name="KSO_WM_TAG_VERSION" val="1.0"/>
  <p:tag name="KSO_WM_CHIP_GROUPID" val="62cbd1ac67e1b3ac3a1081fd"/>
  <p:tag name="KSO_WM_CHIP_XID" val="62cbd1fe67e1b3ac3a10862f"/>
  <p:tag name="KSO_WM_UNIT_DEC_AREA_ID" val="d4272363ad3643a4b52145d0e31edbb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68769d2f8b4fdd993b306d4f4707a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128"/>
  <p:tag name="KSO_WM_UNIT_TYPE" val="i"/>
  <p:tag name="KSO_WM_UNIT_INDEX" val="1"/>
  <p:tag name="KSO_WM_UNIT_ID" val="chip20223128_16*i*1"/>
  <p:tag name="KSO_WM_BEAUTIFY_FLAG" val="#wm#"/>
  <p:tag name="KSO_WM_TAG_VERSION" val="1.0"/>
  <p:tag name="KSO_WM_CHIP_GROUPID" val="62cbd1ac67e1b3ac3a1081fd"/>
  <p:tag name="KSO_WM_CHIP_XID" val="62cbd1fe67e1b3ac3a108578"/>
  <p:tag name="KSO_WM_UNIT_DEC_AREA_ID" val="06d2f73361c7454c98754322da498564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51370ead24045c0a002a66d0277ca5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128"/>
  <p:tag name="KSO_WM_UNIT_TYPE" val="i"/>
  <p:tag name="KSO_WM_UNIT_INDEX" val="1"/>
  <p:tag name="KSO_WM_UNIT_ID" val="chip20223128_15*i*1"/>
  <p:tag name="KSO_WM_BEAUTIFY_FLAG" val="#wm#"/>
  <p:tag name="KSO_WM_TAG_VERSION" val="1.0"/>
  <p:tag name="KSO_WM_CHIP_GROUPID" val="62cbd1ac67e1b3ac3a1081fd"/>
  <p:tag name="KSO_WM_CHIP_XID" val="62cbd1fe67e1b3ac3a1085c2"/>
  <p:tag name="KSO_WM_UNIT_DEC_AREA_ID" val="b5c1fd351aa64c778d41aee45e8d8f73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8f85f693e8614daea2170939d733c8c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3128_1*i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BLOCK" val="0"/>
  <p:tag name="KSO_WM_UNIT_SM_LIMIT_TYPE" val="3"/>
  <p:tag name="KSO_WM_UNIT_DEC_AREA_ID" val="7f7579fb10064b37834e467340feee0c"/>
  <p:tag name="KSO_WM_UNIT_DECORATE_INFO" val="{&quot;DecorateInfoH&quot;:{&quot;IsAbs&quot;:true},&quot;DecorateInfoW&quot;:{&quot;IsAbs&quot;:false},&quot;DecorateInfoX&quot;:{&quot;IsAbs&quot;:true,&quot;Pos&quot;:1},&quot;DecorateInfoY&quot;:{&quot;IsAbs&quot;:true,&quot;Pos&quot;:0},&quot;ReferentInfo&quot;:{&quot;Id&quot;:&quot;86f8dd24a9434821b6b3aad043261118&quot;,&quot;X&quot;:{&quot;Pos&quot;:1},&quot;Y&quot;:{&quot;Pos&quot;:2}},&quot;whChangeMode&quot;:0}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e37540552a424fa7855761727fee0478"/>
  <p:tag name="KSO_WM_UNIT_LINE_FORE_SCHEMECOLOR_INDEX_BRIGHTNESS" val="0"/>
  <p:tag name="KSO_WM_UNIT_LINE_FORE_SCHEMECOLOR_INDEX" val="5"/>
  <p:tag name="KSO_WM_UNIT_LINE_FILL_TYPE" val="2"/>
  <p:tag name="KSO_WM_TEMPLATE_ASSEMBLE_XID" val="62ccdb427bdb9f75177e693c"/>
  <p:tag name="KSO_WM_TEMPLATE_ASSEMBLE_GROUPID" val="62cbd1ac67e1b3ac3a1081f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  <p:tag name="KSO_WM_TEMPLATE_ASSEMBLE_XID" val="62ccdb427bdb9f75177e693c"/>
  <p:tag name="KSO_WM_TEMPLATE_ASSEMBLE_GROUPID" val="62cbd1ac67e1b3ac3a1081f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128_1*b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14;16;2"/>
  <p:tag name="KSO_WM_UNIT_BLOCK" val="0"/>
  <p:tag name="KSO_WM_UNIT_DEC_AREA_ID" val="86f8dd24a9434821b6b3aad043261118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  <p:tag name="KSO_WM_TEMPLATE_ASSEMBLE_XID" val="62ccdb427bdb9f75177e693c"/>
  <p:tag name="KSO_WM_TEMPLATE_ASSEMBLE_GROUPID" val="62cbd1ac67e1b3ac3a1081f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128_1*f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14;16;2"/>
  <p:tag name="KSO_WM_UNIT_BLOCK" val="0"/>
  <p:tag name="KSO_WM_UNIT_DEC_AREA_ID" val="08d477f3ae3c4d69b30eafead9159d5b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  <p:tag name="KSO_WM_TEMPLATE_ASSEMBLE_XID" val="62ccdb427bdb9f75177e693c"/>
  <p:tag name="KSO_WM_TEMPLATE_ASSEMBLE_GROUPID" val="62cbd1ac67e1b3ac3a1081f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6*i*1"/>
  <p:tag name="KSO_WM_BEAUTIFY_FLAG" val="#wm#"/>
  <p:tag name="KSO_WM_TAG_VERSION" val="1.0"/>
  <p:tag name="KSO_WM_CHIP_GROUPID" val="62cbd1ac67e1b3ac3a1081fd"/>
  <p:tag name="KSO_WM_CHIP_XID" val="62cbd1fe67e1b3ac3a1083c7"/>
  <p:tag name="KSO_WM_UNIT_DEC_AREA_ID" val="f0ecd653188648c19365a355a601897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b2870c9782f412ba707fd191df0251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r"/>
  <p:tag name="KSO_WM_TEMPLATE_CATEGORY" val="chip"/>
  <p:tag name="KSO_WM_TEMPLATE_INDEX" val="20223128"/>
  <p:tag name="KSO_WM_UNIT_TYPE" val="i"/>
  <p:tag name="KSO_WM_UNIT_INDEX" val="1"/>
  <p:tag name="KSO_WM_UNIT_ID" val="chip20223128_7*i*1"/>
  <p:tag name="KSO_WM_BEAUTIFY_FLAG" val="#wm#"/>
  <p:tag name="KSO_WM_TAG_VERSION" val="1.0"/>
  <p:tag name="KSO_WM_CHIP_GROUPID" val="62cbd1ac67e1b3ac3a1081fd"/>
  <p:tag name="KSO_WM_CHIP_XID" val="62cbd1fe67e1b3ac3a10838b"/>
  <p:tag name="KSO_WM_UNIT_DEC_AREA_ID" val="9468493ec312426692cffa7c0c2a7d7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4bd541b7364f96b7dc3414ff17725b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8*i*1"/>
  <p:tag name="KSO_WM_BEAUTIFY_FLAG" val="#wm#"/>
  <p:tag name="KSO_WM_TAG_VERSION" val="1.0"/>
  <p:tag name="KSO_WM_CHIP_GROUPID" val="62cbd1ac67e1b3ac3a1081fd"/>
  <p:tag name="KSO_WM_CHIP_XID" val="62cbd1fe67e1b3ac3a108354"/>
  <p:tag name="KSO_WM_UNIT_DEC_AREA_ID" val="4f1bf6c183484a7da7b4d196e0354c6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342a3f1ac6049b3a99641de4d497ce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0*i*1"/>
  <p:tag name="KSO_WM_BEAUTIFY_FLAG" val="#wm#"/>
  <p:tag name="KSO_WM_TAG_VERSION" val="1.0"/>
  <p:tag name="KSO_WM_CHIP_GROUPID" val="62cbd1ac67e1b3ac3a1081fd"/>
  <p:tag name="KSO_WM_CHIP_XID" val="62cbd1fe67e1b3ac3a1084c0"/>
  <p:tag name="KSO_WM_UNIT_DEC_AREA_ID" val="848a3829ae6e4b988813af420db9a98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af5c6e85090424aa07486319f5fbc6c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128"/>
  <p:tag name="KSO_WM_UNIT_TYPE" val="i"/>
  <p:tag name="KSO_WM_UNIT_INDEX" val="1"/>
  <p:tag name="KSO_WM_UNIT_ID" val="chip20223128_12*i*1"/>
  <p:tag name="KSO_WM_BEAUTIFY_FLAG" val="#wm#"/>
  <p:tag name="KSO_WM_TAG_VERSION" val="1.0"/>
  <p:tag name="KSO_WM_CHIP_GROUPID" val="62cbd1ac67e1b3ac3a1081fd"/>
  <p:tag name="KSO_WM_CHIP_XID" val="62cbd1fe67e1b3ac3a1084ad"/>
  <p:tag name="KSO_WM_UNIT_DEC_AREA_ID" val="c5e55c0a14394e51adde2b4716cf674d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0857103add448fcb0ae8007a8b30dd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128"/>
  <p:tag name="KSO_WM_UNIT_TYPE" val="i"/>
  <p:tag name="KSO_WM_UNIT_INDEX" val="1"/>
  <p:tag name="KSO_WM_UNIT_ID" val="chip20223128_11*i*1"/>
  <p:tag name="KSO_WM_BEAUTIFY_FLAG" val="#wm#"/>
  <p:tag name="KSO_WM_TAG_VERSION" val="1.0"/>
  <p:tag name="KSO_WM_CHIP_GROUPID" val="62cbd1ac67e1b3ac3a1081fd"/>
  <p:tag name="KSO_WM_CHIP_XID" val="62cbd1fe67e1b3ac3a10848e"/>
  <p:tag name="KSO_WM_UNIT_DEC_AREA_ID" val="c4c72a6398f64cd19b49161ae28ed6bb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2137bddf90b4da99cb5ed202dc028d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6;74;2"/>
  <p:tag name="KSO_WM_UNIT_BLOCK" val="0"/>
  <p:tag name="KSO_WM_UNIT_DEC_AREA_ID" val="155f09631e6f48d3b173886dbf66bcb8"/>
  <p:tag name="KSO_WM_UNIT_ISCONTENTSTITLE" val="0"/>
  <p:tag name="KSO_WM_UNIT_ISNUMDGMTITLE" val="0"/>
  <p:tag name="KSO_WM_UNIT_PRESET_TEXT" val="感谢各位的观看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5c527ccf2f7e4f09a535bced40be02df"/>
  <p:tag name="KSO_WM_UNIT_TEXT_FILL_FORE_SCHEMECOLOR_INDEX_BRIGHTNESS" val="0.15"/>
  <p:tag name="KSO_WM_UNIT_TEXT_FILL_FORE_SCHEMECOLOR_INDEX" val="13"/>
  <p:tag name="KSO_WM_UNIT_TEXT_FILL_TYPE" val="1"/>
  <p:tag name="KSO_WM_TEMPLATE_ASSEMBLE_XID" val="62ccdb437bdb9f75177e6a43"/>
  <p:tag name="KSO_WM_TEMPLATE_ASSEMBLE_GROUPID" val="62cbd1ac67e1b3ac3a1081f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6;18;2"/>
  <p:tag name="KSO_WM_UNIT_BLOCK" val="0"/>
  <p:tag name="KSO_WM_UNIT_DEC_AREA_ID" val="e9cbfa1833cb44a881ecedd37ae51aca"/>
  <p:tag name="KSO_WM_UNIT_SUBTYPE" val="a"/>
  <p:tag name="KSO_WM_UNIT_PRESET_TEXT" val="点击此处添加正文，文字是您思想的提炼，为了演示发布的良好效果，请言简意赅地阐述您的观点。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128_1*f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5c527ccf2f7e4f09a535bced40be02df"/>
  <p:tag name="KSO_WM_UNIT_TEXT_FILL_FORE_SCHEMECOLOR_INDEX_BRIGHTNESS" val="0.15"/>
  <p:tag name="KSO_WM_UNIT_TEXT_FILL_FORE_SCHEMECOLOR_INDEX" val="13"/>
  <p:tag name="KSO_WM_UNIT_TEXT_FILL_TYPE" val="1"/>
  <p:tag name="KSO_WM_TEMPLATE_ASSEMBLE_XID" val="62ccdb437bdb9f75177e6a43"/>
  <p:tag name="KSO_WM_TEMPLATE_ASSEMBLE_GROUPID" val="62cbd1ac67e1b3ac3a1081f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0;22;2"/>
  <p:tag name="KSO_WM_UNIT_BLOCK" val="0"/>
  <p:tag name="KSO_WM_UNIT_DEC_AREA_ID" val="0251dc3893c443569a1081b2d7511623"/>
  <p:tag name="KSO_WM_UNIT_ISCONTENTSTITLE" val="0"/>
  <p:tag name="KSO_WM_UNIT_ISNUMDGMTITLE" val="0"/>
  <p:tag name="KSO_WM_UNIT_PRESET_TEXT" val="单击此处添加副标题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128_1*b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5c527ccf2f7e4f09a535bced40be02df"/>
  <p:tag name="KSO_WM_UNIT_TEXT_FILL_FORE_SCHEMECOLOR_INDEX_BRIGHTNESS" val="0.15"/>
  <p:tag name="KSO_WM_UNIT_TEXT_FILL_FORE_SCHEMECOLOR_INDEX" val="13"/>
  <p:tag name="KSO_WM_UNIT_TEXT_FILL_TYPE" val="1"/>
  <p:tag name="KSO_WM_TEMPLATE_ASSEMBLE_XID" val="62ccdb437bdb9f75177e6a43"/>
  <p:tag name="KSO_WM_TEMPLATE_ASSEMBLE_GROUPID" val="62cbd1ac67e1b3ac3a1081f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d53bd22930844892ab96d6b0e238e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c5d7f820ad849ca9ef101454e22e756"/>
  <p:tag name="KSO_WM_SLIDE_BACKGROUND_TYPE" val="genera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1a796e9d8d8344d99968acb27e8cfcf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fc229a34a34967bdf3ac63f2d6c51d"/>
  <p:tag name="KSO_WM_SLIDE_BACKGROUND_TYPE" val="genera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76ac0535050d4b0b8ba841fcf53190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633c398c7514670859d75b3253623c9"/>
  <p:tag name="KSO_WM_SLIDE_BACKGROUND_TYPE" val="genera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5b5df3b39ae34bdda567089da6e8606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4b0fa39e76642f78eaf9522751b5520"/>
  <p:tag name="KSO_WM_SLIDE_BACKGROUND_TYPE" val="fram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ef8acb934f4c4a6a940fd7e3f973a1b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5313e5f15bf4de8b4bc017dc22b190f"/>
  <p:tag name="KSO_WM_SLIDE_BACKGROUND_TYPE" val="fram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90d6ebae5ea9403fbef1f761a033154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1de5c7f4ca34dd781d8cd1707016dcf"/>
  <p:tag name="KSO_WM_SLIDE_BACKGROUND_TYPE" val="fram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4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f004f0876b204bc4a21761b5527fa9d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d9fb7d0724a42929dc23ee37879e906"/>
  <p:tag name="KSO_WM_SLIDE_BACKGROUND_TYPE" val="leftRigh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5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e6f0eff224924f55940dbc6f6a5113b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bc1029a11824c42b683b6b3134cef9a"/>
  <p:tag name="KSO_WM_SLIDE_BACKGROUND_TYPE" val="leftRight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e417bae87a57427cbbbfca6dc32286c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d917cab7eaa49edb7e86b50ce51d2fa"/>
  <p:tag name="KSO_WM_SLIDE_BACKGROUND_TYPE" val="topBotto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6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5e5bec70fe584d05afd0df8c159efd7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a3aebbe785043f88ac5876af62893fa"/>
  <p:tag name="KSO_WM_SLIDE_BACKGROUND_TYPE" val="topBotto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6e0fde306977485c82002b12db163017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1621e8b86f3433195631ff880eee70c"/>
  <p:tag name="KSO_WM_SLIDE_BACKGROUND_TYPE" val="topBottom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1c89f0e0de484253b2aac4470ff3bb2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d677496d2c54fc7a1a52f0414ab5afb"/>
  <p:tag name="KSO_WM_SLIDE_BACKGROUND_TYPE" val="bottomTop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7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d9e612c389a9470dbc185d9df7ed0c98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bb4d6d1f65e4263837a8b9ae28973d0"/>
  <p:tag name="KSO_WM_SLIDE_BACKGROUND_TYPE" val="bottomTop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6168836516254a44b0fed36d7874c08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5780f82467d479ea956673d4d16c58e"/>
  <p:tag name="KSO_WM_SLIDE_BACKGROUND_TYPE" val="navigation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8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a3eb32276d0b4797ba915b34d7cc26ae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cd63f1e40994d62b3931e4b9c5bdccc"/>
  <p:tag name="KSO_WM_SLIDE_BACKGROUND_TYPE" val="navigation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dabf8c4f3b20433ea5fe2056864e228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277e9f55dcb4000b32cb7021921c068"/>
  <p:tag name="KSO_WM_SLIDE_BACKGROUND_TYPE" val="navigation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128"/>
  <p:tag name="KSO_WM_UNIT_TYPE" val="i"/>
  <p:tag name="KSO_WM_UNIT_INDEX" val="1"/>
  <p:tag name="KSO_WM_UNIT_ID" val="chip20223128_18*i*1"/>
  <p:tag name="KSO_WM_BEAUTIFY_FLAG" val="#wm#"/>
  <p:tag name="KSO_WM_TAG_VERSION" val="1.0"/>
  <p:tag name="KSO_WM_CHIP_GROUPID" val="62cbd1ac67e1b3ac3a1081fd"/>
  <p:tag name="KSO_WM_CHIP_XID" val="62cbd1fe67e1b3ac3a108682"/>
  <p:tag name="KSO_WM_UNIT_DEC_AREA_ID" val="3261579c043b4ecf94c69418bef3b96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293eba3f4a544319d918c90099076a9"/>
  <p:tag name="KSO_WM_SLIDE_BACKGROUND_TYPE" val="bel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939a6a891b1f9db0673"/>
  <p:tag name="KSO_WM_CHIP_XID" val="618b877418adb49c6c1f2b49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19*i*1"/>
  <p:tag name="KSO_WM_BEAUTIFY_FLAG" val="#wm#"/>
  <p:tag name="KSO_WM_TAG_VERSION" val="1.0"/>
  <p:tag name="KSO_WM_CHIP_GROUPID" val="62cbd1ac67e1b3ac3a1081fd"/>
  <p:tag name="KSO_WM_CHIP_XID" val="62cbd1fe67e1b3ac3a10865f"/>
  <p:tag name="KSO_WM_UNIT_DEC_AREA_ID" val="547e6286d95f43b8b60b649c18a5130a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b49ac6ed9404ef3b457465438526914"/>
  <p:tag name="KSO_WM_SLIDE_BACKGROUND_TYPE" val="bel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128"/>
  <p:tag name="KSO_WM_UNIT_TYPE" val="i"/>
  <p:tag name="KSO_WM_UNIT_INDEX" val="1"/>
  <p:tag name="KSO_WM_UNIT_ID" val="chip20223128_20*i*1"/>
  <p:tag name="KSO_WM_BEAUTIFY_FLAG" val="#wm#"/>
  <p:tag name="KSO_WM_TAG_VERSION" val="1.0"/>
  <p:tag name="KSO_WM_CHIP_GROUPID" val="62cbd1ac67e1b3ac3a1081fd"/>
  <p:tag name="KSO_WM_CHIP_XID" val="62cbd1fe67e1b3ac3a10866a"/>
  <p:tag name="KSO_WM_UNIT_DEC_AREA_ID" val="1e82e3ad6d2a4d998847728765054d9e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a8e49ccdfc6433fbe1781c264e28915"/>
  <p:tag name="KSO_WM_SLIDE_BACKGROUND_TYPE" val="bel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128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128"/>
  <p:tag name="KSO_WM_SLIDE_LAYOUT" val="a_f"/>
  <p:tag name="KSO_WM_SLIDE_LAYOUT_CNT" val="1_2"/>
  <p:tag name="KSO_WM_UNIT_SHOW_EDIT_AREA_INDICATION" val="1"/>
  <p:tag name="KSO_WM_TEMPLATE_THUMBS_INDEX" val="1、4、6、7、9、16"/>
  <p:tag name="KSO_WM_CHIP_INFOS" val="{&quot;type&quot;:0,&quot;layout_type&quot;:&quot;1_NF_LC_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6e41e630cfd8f114c56"/>
  <p:tag name="KSO_WM_CHIP_FILLPROP" val="[[{&quot;text_align&quot;:&quot;r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5e565e6883334b0fa39aedf63a16dc5e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5e565e6883334b0fa39aedf63a16dc5e&quot;,&quot;fill_align&quot;:&quot;lb&quot;,&quot;chip_types&quot;:[&quot;diagram&quot;,&quot;header&quot;]}]]"/>
  <p:tag name="KSO_WM_CHIP_DECFILLPROP" val="[]"/>
  <p:tag name="KSO_WM_CHIP_GROUPID" val="614a96e41e630cfd8f114c55"/>
  <p:tag name="KSO_WM_SLIDE_LAYOUT_INFO" val="{&quot;id&quot;:&quot;2022-09-02T15:19:25&quot;,&quot;margin&quot;:{&quot;bottom&quot;:5.9348835945129395,&quot;left&quot;:2.0866806507110596,&quot;right&quot;:7.77878475189209,&quot;top&quot;:4.678995609283447},&quot;type&quot;:0}"/>
  <p:tag name="KSO_WM_SLIDE_BK_DARK_LIGHT" val="2"/>
  <p:tag name="KSO_WM_SLIDE_BACKGROUND_TYPE" val="general"/>
  <p:tag name="KSO_WM_SLIDE_SUPPORT_FEATURE_TYPE" val="0"/>
  <p:tag name="KSO_WM_TEMPLATE_MASTER_THUMB_INDEX" val="13"/>
  <p:tag name="KSO_WM_CHIP_COLORING" val="1"/>
  <p:tag name="KSO_WM_TEMPLATE_ASSEMBLE_XID" val="6311ae59a35593066d0ad632"/>
  <p:tag name="KSO_WM_TEMPLATE_ASSEMBLE_GROUPID" val="62cbd1ac67e1b3ac3a1081fd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80;88;2"/>
  <p:tag name="KSO_WM_UNIT_BLOCK" val="0"/>
  <p:tag name="KSO_WM_UNIT_DEC_AREA_ID" val="5e08d8173b6c4269aba64d186e85e334"/>
  <p:tag name="KSO_WM_UNIT_ISCONTENTSTITLE" val="0"/>
  <p:tag name="KSO_WM_UNIT_ISNUMDGMTITLE" val="0"/>
  <p:tag name="KSO_WM_UNIT_PRESET_TEXT" val="产品简约风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1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CHIP_GROUPID" val="624cfa648c72ca61f790a27d"/>
  <p:tag name="KSO_WM_CHIP_XID" val="624cfa648c72ca61f790a27c"/>
  <p:tag name="KSO_WM_CHIP_FILLAREA_FILL_RULE" val="{&quot;fill_align&quot;:&quot;cm&quot;,&quot;fill_mode&quot;:&quot;adaptive&quot;,&quot;sacle_strategy&quot;:&quot;smart&quot;}"/>
  <p:tag name="KSO_WM_ASSEMBLE_CHIP_INDEX" val="8f49689c10084382b7d918423cae8c2f"/>
  <p:tag name="KSO_WM_UNIT_TEXT_FILL_FORE_SCHEMECOLOR_INDEX_BRIGHTNESS" val="0.15"/>
  <p:tag name="KSO_WM_UNIT_TEXT_FILL_FORE_SCHEMECOLOR_INDEX" val="13"/>
  <p:tag name="KSO_WM_UNIT_TEXT_FILL_TYPE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  <p:tag name="KSO_WM_SPECIAL_SOURCE" val="bdnull"/>
  <p:tag name="KSO_WM_CHIP_INFOS" val="{&quot;type&quot;:0,&quot;layout_type&quot;:&quot;1_NF_RC_13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2674f634f99f5c0a1ef321d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]"/>
  <p:tag name="KSO_WM_CHIP_DECFILLPROP" val="[]"/>
  <p:tag name="KSO_WM_SLIDE_ID" val="custom20223128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SLIDE_LAYOUT" val="a_b_e_f"/>
  <p:tag name="KSO_WM_SLIDE_LAYOUT_CNT" val="1_1_1_1"/>
  <p:tag name="KSO_WM_CHIP_GROUPID" val="62674f634f99f5c0a1ef321f"/>
  <p:tag name="KSO_WM_SLIDE_LAYOUT_INFO" val="{&quot;id&quot;:&quot;2022-09-02T15:19:18&quot;,&quot;margin&quot;:{&quot;bottom&quot;:5.0641250610351562,&quot;left&quot;:13.404272079467773,&quot;right&quot;:6.2199525833129883,&quot;top&quot;:3.6547777652740479},&quot;type&quot;:0}"/>
  <p:tag name="KSO_WM_SLIDE_BK_DARK_LIGHT" val="2"/>
  <p:tag name="KSO_WM_SLIDE_BACKGROUND_TYPE" val="general"/>
  <p:tag name="KSO_WM_SLIDE_SUPPORT_FEATURE_TYPE" val="0"/>
  <p:tag name="KSO_WM_SLIDE_TYPE" val="sectionTitle"/>
  <p:tag name="KSO_WM_CHIP_COLORING" val="1"/>
  <p:tag name="KSO_WM_SLIDE_SUBTYPE" val="pureTxt"/>
  <p:tag name="KSO_WM_TEMPLATE_ASSEMBLE_XID" val="62ccdb427bdb9f75177e693c"/>
  <p:tag name="KSO_WM_TEMPLATE_ASSEMBLE_GROUPID" val="62cbd1ac67e1b3ac3a1081fd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7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128_7*b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14;16;2"/>
  <p:tag name="KSO_WM_UNIT_BLOCK" val="0"/>
  <p:tag name="KSO_WM_UNIT_DEC_AREA_ID" val="86f8dd24a9434821b6b3aad043261118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128_7*f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14;16;2"/>
  <p:tag name="KSO_WM_UNIT_BLOCK" val="0"/>
  <p:tag name="KSO_WM_UNIT_DEC_AREA_ID" val="08d477f3ae3c4d69b30eafead9159d5b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3128_7*e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da4bd587d3f744a8bb61708ce5d4300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"/>
  <p:tag name="KSO_WM_UNIT_TEXT_FILL_FORE_SCHEMECOLOR_INDEX" val="5"/>
  <p:tag name="KSO_WM_UNIT_TEXT_FILL_TYPE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675,&quot;width&quot;:10770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910_1_1"/>
  <p:tag name="KSO_WM_UNIT_ID" val="custom20204421_34*q_h_i*910_1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SHADOW_SCHEMECOLOR_INDEX" val="5"/>
  <p:tag name="KSO_WM_UNIT_USESOURCEFORMAT_APPLY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910_3_1"/>
  <p:tag name="KSO_WM_UNIT_ID" val="custom20204421_34*q_h_i*910_3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SHADOW_SCHEMECOLOR_INDEX" val="5"/>
  <p:tag name="KSO_WM_UNIT_USESOURCEFORMAT_APPLY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910_2_1"/>
  <p:tag name="KSO_WM_UNIT_ID" val="custom20204421_34*q_h_i*910_2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SHADOW_SCHEMECOLOR_INDEX" val="5"/>
  <p:tag name="KSO_WM_UNIT_USESOURCEFORMAT_APPLY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910_3_2"/>
  <p:tag name="KSO_WM_UNIT_ID" val="custom20204421_34*q_h_i*910_3_2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LINE_FORE_SCHEMECOLOR_INDEX" val="13"/>
  <p:tag name="KSO_WM_UNIT_LINE_FILL_TYPE" val="2"/>
  <p:tag name="KSO_WM_UNIT_USESOURCEFORMAT_APPLY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910_2_2"/>
  <p:tag name="KSO_WM_UNIT_ID" val="custom20204421_34*q_h_i*910_2_2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LINE_FORE_SCHEMECOLOR_INDEX" val="13"/>
  <p:tag name="KSO_WM_UNIT_LINE_FILL_TYPE" val="2"/>
  <p:tag name="KSO_WM_UNIT_USESOURCEFORMAT_APPLY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910_3_3"/>
  <p:tag name="KSO_WM_UNIT_ID" val="custom20204421_34*q_h_i*910_3_3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USESOURCEFORMAT_APPLY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910_2_3"/>
  <p:tag name="KSO_WM_UNIT_ID" val="custom20204421_34*q_h_i*910_2_3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USESOURCEFORMAT_APPLY" val="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910_1_2"/>
  <p:tag name="KSO_WM_UNIT_ID" val="custom20204421_34*q_h_i*910_1_2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USESOURCEFORMAT_APPLY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910_1_1"/>
  <p:tag name="KSO_WM_UNIT_ID" val="custom20204421_34*q_h_a*910_1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57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910_1_1"/>
  <p:tag name="KSO_WM_UNIT_ID" val="custom20204421_34*q_h_f*910_1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910_2_1"/>
  <p:tag name="KSO_WM_UNIT_ID" val="custom20204421_34*q_h_a*910_2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57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910_2_1"/>
  <p:tag name="KSO_WM_UNIT_ID" val="custom20204421_34*q_h_f*910_2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910_3_1"/>
  <p:tag name="KSO_WM_UNIT_ID" val="custom20204421_34*q_h_a*910_3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57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910_3_1"/>
  <p:tag name="KSO_WM_UNIT_ID" val="custom20204421_34*q_h_f*910_3_1"/>
  <p:tag name="KSO_WM_TEMPLATE_CATEGORY" val="custom"/>
  <p:tag name="KSO_WM_TEMPLATE_INDEX" val="20204421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  <p:tag name="KSO_WM_SPECIAL_SOURCE" val="bdnull"/>
  <p:tag name="KSO_WM_CHIP_INFOS" val="{&quot;type&quot;:0,&quot;layout_type&quot;:&quot;1_NF_RC_13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2674f634f99f5c0a1ef321d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]"/>
  <p:tag name="KSO_WM_CHIP_DECFILLPROP" val="[]"/>
  <p:tag name="KSO_WM_SLIDE_ID" val="custom20223128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SLIDE_LAYOUT" val="a_b_e_f"/>
  <p:tag name="KSO_WM_SLIDE_LAYOUT_CNT" val="1_1_1_1"/>
  <p:tag name="KSO_WM_CHIP_GROUPID" val="62674f634f99f5c0a1ef321f"/>
  <p:tag name="KSO_WM_SLIDE_LAYOUT_INFO" val="{&quot;id&quot;:&quot;2022-09-02T15:19:18&quot;,&quot;margin&quot;:{&quot;bottom&quot;:5.0641250610351562,&quot;left&quot;:13.404272079467773,&quot;right&quot;:6.2199525833129883,&quot;top&quot;:3.6547777652740479},&quot;type&quot;:0}"/>
  <p:tag name="KSO_WM_SLIDE_BK_DARK_LIGHT" val="2"/>
  <p:tag name="KSO_WM_SLIDE_BACKGROUND_TYPE" val="general"/>
  <p:tag name="KSO_WM_SLIDE_SUPPORT_FEATURE_TYPE" val="0"/>
  <p:tag name="KSO_WM_SLIDE_TYPE" val="sectionTitle"/>
  <p:tag name="KSO_WM_CHIP_COLORING" val="1"/>
  <p:tag name="KSO_WM_SLIDE_SUBTYPE" val="pureTxt"/>
  <p:tag name="KSO_WM_TEMPLATE_ASSEMBLE_XID" val="62ccdb427bdb9f75177e693c"/>
  <p:tag name="KSO_WM_TEMPLATE_ASSEMBLE_GROUPID" val="62cbd1ac67e1b3ac3a1081fd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7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3128_7*e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da4bd587d3f744a8bb61708ce5d4300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"/>
  <p:tag name="KSO_WM_UNIT_TEXT_FILL_FORE_SCHEMECOLOR_INDEX" val="5"/>
  <p:tag name="KSO_WM_UNIT_TEXT_FILL_TYPE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3128"/>
  <p:tag name="KSO_WM_SPECIAL_SOURCE" val="bdnull"/>
  <p:tag name="KSO_WM_CHIP_INFOS" val="{&quot;type&quot;:0,&quot;layout_type&quot;:&quot;1_NF_RC_13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2674f634f99f5c0a1ef321d"/>
  <p:tag name="KSO_WM_CHIP_FILLPROP" val="[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m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t&quot;,&quot;chip_types&quot;:[&quot;diagram&quot;,&quot;header&quot;]}],[{&quot;text_align&quot;:&quot;lm&quot;,&quot;text_direction&quot;:&quot;horizontal&quot;,&quot;support_big_font&quot;:false,&quot;picture_toward&quot;:0,&quot;picture_dockside&quot;:[],&quot;fill_id&quot;:&quot;e1e5d983c448471aad9aed945e055a0d&quot;,&quot;fill_align&quot;:&quot;l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b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e1e5d983c448471aad9aed945e055a0d&quot;,&quot;fill_align&quot;:&quot;rt&quot;,&quot;chip_types&quot;:[&quot;diagram&quot;,&quot;header&quot;]}],[{&quot;text_align&quot;:&quot;cm&quot;,&quot;text_direction&quot;:&quot;horizontal&quot;,&quot;support_big_font&quot;:false,&quot;picture_toward&quot;:0,&quot;picture_dockside&quot;:[],&quot;fill_id&quot;:&quot;e1e5d983c448471aad9aed945e055a0d&quot;,&quot;fill_align&quot;:&quot;cm&quot;,&quot;chip_types&quot;:[&quot;diagram&quot;,&quot;header&quot;]}]]"/>
  <p:tag name="KSO_WM_CHIP_DECFILLPROP" val="[]"/>
  <p:tag name="KSO_WM_SLIDE_ID" val="custom20223128_7"/>
  <p:tag name="KSO_WM_TEMPLATE_SUBCATEGORY" val="21"/>
  <p:tag name="KSO_WM_TEMPLATE_MASTER_TYPE" val="1"/>
  <p:tag name="KSO_WM_TEMPLATE_COLOR_TYPE" val="1"/>
  <p:tag name="KSO_WM_SLIDE_ITEM_CNT" val="0"/>
  <p:tag name="KSO_WM_SLIDE_INDEX" val="7"/>
  <p:tag name="KSO_WM_TAG_VERSION" val="1.0"/>
  <p:tag name="KSO_WM_SLIDE_LAYOUT" val="a_b_e_f"/>
  <p:tag name="KSO_WM_SLIDE_LAYOUT_CNT" val="1_1_1_1"/>
  <p:tag name="KSO_WM_CHIP_GROUPID" val="62674f634f99f5c0a1ef321f"/>
  <p:tag name="KSO_WM_SLIDE_LAYOUT_INFO" val="{&quot;id&quot;:&quot;2022-09-02T15:19:18&quot;,&quot;margin&quot;:{&quot;bottom&quot;:5.0641250610351562,&quot;left&quot;:13.404272079467773,&quot;right&quot;:6.2199525833129883,&quot;top&quot;:3.6547777652740479},&quot;type&quot;:0}"/>
  <p:tag name="KSO_WM_SLIDE_BK_DARK_LIGHT" val="2"/>
  <p:tag name="KSO_WM_SLIDE_BACKGROUND_TYPE" val="general"/>
  <p:tag name="KSO_WM_SLIDE_SUPPORT_FEATURE_TYPE" val="0"/>
  <p:tag name="KSO_WM_SLIDE_TYPE" val="sectionTitle"/>
  <p:tag name="KSO_WM_CHIP_COLORING" val="1"/>
  <p:tag name="KSO_WM_SLIDE_SUBTYPE" val="pureTxt"/>
  <p:tag name="KSO_WM_TEMPLATE_ASSEMBLE_XID" val="62ccdb427bdb9f75177e693c"/>
  <p:tag name="KSO_WM_TEMPLATE_ASSEMBLE_GROUPID" val="62cbd1ac67e1b3ac3a1081fd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128_7*a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c70e0729c0bd4077a4a51c4f7cc55d2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.15"/>
  <p:tag name="KSO_WM_UNIT_TEXT_FILL_FORE_SCHEMECOLOR_INDEX" val="13"/>
  <p:tag name="KSO_WM_UNIT_TEXT_FILL_TYP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23128_7*e*1"/>
  <p:tag name="KSO_WM_TEMPLATE_CATEGORY" val="custom"/>
  <p:tag name="KSO_WM_TEMPLATE_INDEX" val="2022312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da4bd587d3f744a8bb61708ce5d4300d"/>
  <p:tag name="KSO_WM_CHIP_GROUPID" val="6184fb2204b8904ebc644da0"/>
  <p:tag name="KSO_WM_CHIP_XID" val="6184fb2204b8904ebc644d9d"/>
  <p:tag name="KSO_WM_CHIP_FILLAREA_FILL_RULE" val="{&quot;fill_align&quot;:&quot;cm&quot;,&quot;fill_mode&quot;:&quot;adaptive&quot;,&quot;sacle_strategy&quot;:&quot;smart&quot;}"/>
  <p:tag name="KSO_WM_ASSEMBLE_CHIP_INDEX" val="e37540552a424fa7855761727fee0478"/>
  <p:tag name="KSO_WM_UNIT_TEXT_FILL_FORE_SCHEMECOLOR_INDEX_BRIGHTNESS" val="0"/>
  <p:tag name="KSO_WM_UNIT_TEXT_FILL_FORE_SCHEMECOLOR_INDEX" val="5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F9DE8"/>
      </a:dk2>
      <a:lt2>
        <a:srgbClr val="FFFFFF"/>
      </a:lt2>
      <a:accent1>
        <a:srgbClr val="384DD3"/>
      </a:accent1>
      <a:accent2>
        <a:srgbClr val="AF578F"/>
      </a:accent2>
      <a:accent3>
        <a:srgbClr val="FF5D62"/>
      </a:accent3>
      <a:accent4>
        <a:srgbClr val="FF7659"/>
      </a:accent4>
      <a:accent5>
        <a:srgbClr val="FEA847"/>
      </a:accent5>
      <a:accent6>
        <a:srgbClr val="FDDA35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674</Words>
  <Application>Microsoft Office PowerPoint</Application>
  <PresentationFormat>宽屏</PresentationFormat>
  <Paragraphs>53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汉仪文黑-75简</vt:lpstr>
      <vt:lpstr>华文宋体</vt:lpstr>
      <vt:lpstr>微软雅黑</vt:lpstr>
      <vt:lpstr>Arial</vt:lpstr>
      <vt:lpstr>Calibri</vt:lpstr>
      <vt:lpstr>Times New Roman</vt:lpstr>
      <vt:lpstr>Wingdings</vt:lpstr>
      <vt:lpstr>Office 主题​​</vt:lpstr>
      <vt:lpstr>1_Office 主题​​</vt:lpstr>
      <vt:lpstr>中级项目实训汇报</vt:lpstr>
      <vt:lpstr>项目介绍</vt:lpstr>
      <vt:lpstr>PowerPoint 演示文稿</vt:lpstr>
      <vt:lpstr>PowerPoint 演示文稿</vt:lpstr>
      <vt:lpstr>金币</vt:lpstr>
      <vt:lpstr>时间</vt:lpstr>
      <vt:lpstr>建造</vt:lpstr>
      <vt:lpstr>任务</vt:lpstr>
      <vt:lpstr>聊天（亮点）</vt:lpstr>
      <vt:lpstr>分工介绍</vt:lpstr>
      <vt:lpstr>小组部分分工</vt:lpstr>
      <vt:lpstr>项目演示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中级项目实训汇报</dc:title>
  <dc:creator/>
  <cp:lastModifiedBy>正邦 何</cp:lastModifiedBy>
  <cp:revision>181</cp:revision>
  <dcterms:created xsi:type="dcterms:W3CDTF">2019-06-19T02:08:00Z</dcterms:created>
  <dcterms:modified xsi:type="dcterms:W3CDTF">2023-07-07T01:02:35Z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1E3C3705E6524A278EBFF94AD9F1D4B8_11</vt:lpwstr>
  </property>
</Properties>
</file>